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12801600" cy="9601200" type="A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QixFpFIR6EEtpbjPJ3NfAejP5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6517B2-53E5-44A5-B0F4-53298D9B06D0}">
  <a:tblStyle styleId="{2D6517B2-53E5-44A5-B0F4-53298D9B06D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574" y="67"/>
      </p:cViewPr>
      <p:guideLst>
        <p:guide orient="horz" pos="3024"/>
        <p:guide pos="40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8" Type="http://schemas.openxmlformats.org/officeDocument/2006/relationships/tableStyles" Target="tableStyles.xml"/><Relationship Id="rId3"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15" Type="http://schemas.openxmlformats.org/officeDocument/2006/relationships/presProps" Target="presProps.xml"/><Relationship Id="rId19" Type="http://schemas.microsoft.com/office/2016/11/relationships/changesInfo" Target="changesInfos/changesInfo1.xml"/><Relationship Id="rId14"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YA S" userId="008dfb4777f4ac56" providerId="LiveId" clId="{F25B8AA9-42E5-48BE-A29D-B9DE72E28C83}"/>
    <pc:docChg chg="modSld">
      <pc:chgData name="DHANYA S" userId="008dfb4777f4ac56" providerId="LiveId" clId="{F25B8AA9-42E5-48BE-A29D-B9DE72E28C83}" dt="2026-03-30T15:58:23.586" v="11" actId="1076"/>
      <pc:docMkLst>
        <pc:docMk/>
      </pc:docMkLst>
      <pc:sldChg chg="addSp modSp mod">
        <pc:chgData name="DHANYA S" userId="008dfb4777f4ac56" providerId="LiveId" clId="{F25B8AA9-42E5-48BE-A29D-B9DE72E28C83}" dt="2026-03-30T15:58:23.586" v="11" actId="1076"/>
        <pc:sldMkLst>
          <pc:docMk/>
          <pc:sldMk cId="0" sldId="256"/>
        </pc:sldMkLst>
        <pc:spChg chg="mod">
          <ac:chgData name="DHANYA S" userId="008dfb4777f4ac56" providerId="LiveId" clId="{F25B8AA9-42E5-48BE-A29D-B9DE72E28C83}" dt="2026-03-30T15:57:32.962" v="0" actId="20577"/>
          <ac:spMkLst>
            <pc:docMk/>
            <pc:sldMk cId="0" sldId="256"/>
            <ac:spMk id="87" creationId="{00000000-0000-0000-0000-000000000000}"/>
          </ac:spMkLst>
        </pc:spChg>
        <pc:picChg chg="add mod">
          <ac:chgData name="DHANYA S" userId="008dfb4777f4ac56" providerId="LiveId" clId="{F25B8AA9-42E5-48BE-A29D-B9DE72E28C83}" dt="2026-03-30T15:58:23.586" v="11" actId="1076"/>
          <ac:picMkLst>
            <pc:docMk/>
            <pc:sldMk cId="0" sldId="256"/>
            <ac:picMk id="6" creationId="{80BA6417-9A9B-282A-165C-D3DE1BA6532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960120" y="1571308"/>
            <a:ext cx="10881360" cy="334264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600200" y="5042853"/>
            <a:ext cx="9601200" cy="231806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00"/>
              </a:spcBef>
              <a:spcAft>
                <a:spcPts val="0"/>
              </a:spcAft>
              <a:buClr>
                <a:schemeClr val="dk1"/>
              </a:buClr>
              <a:buSzPts val="3360"/>
              <a:buNone/>
              <a:defRPr sz="3359"/>
            </a:lvl1pPr>
            <a:lvl2pPr lvl="1" algn="ctr">
              <a:lnSpc>
                <a:spcPct val="90000"/>
              </a:lnSpc>
              <a:spcBef>
                <a:spcPts val="700"/>
              </a:spcBef>
              <a:spcAft>
                <a:spcPts val="0"/>
              </a:spcAft>
              <a:buClr>
                <a:schemeClr val="dk1"/>
              </a:buClr>
              <a:buSzPts val="2800"/>
              <a:buNone/>
              <a:defRPr sz="2800"/>
            </a:lvl2pPr>
            <a:lvl3pPr lvl="2" algn="ctr">
              <a:lnSpc>
                <a:spcPct val="90000"/>
              </a:lnSpc>
              <a:spcBef>
                <a:spcPts val="700"/>
              </a:spcBef>
              <a:spcAft>
                <a:spcPts val="0"/>
              </a:spcAft>
              <a:buClr>
                <a:schemeClr val="dk1"/>
              </a:buClr>
              <a:buSzPts val="2520"/>
              <a:buNone/>
              <a:defRPr sz="2520"/>
            </a:lvl3pPr>
            <a:lvl4pPr lvl="3" algn="ctr">
              <a:lnSpc>
                <a:spcPct val="90000"/>
              </a:lnSpc>
              <a:spcBef>
                <a:spcPts val="700"/>
              </a:spcBef>
              <a:spcAft>
                <a:spcPts val="0"/>
              </a:spcAft>
              <a:buClr>
                <a:schemeClr val="dk1"/>
              </a:buClr>
              <a:buSzPts val="2240"/>
              <a:buNone/>
              <a:defRPr sz="2240"/>
            </a:lvl4pPr>
            <a:lvl5pPr lvl="4" algn="ctr">
              <a:lnSpc>
                <a:spcPct val="90000"/>
              </a:lnSpc>
              <a:spcBef>
                <a:spcPts val="700"/>
              </a:spcBef>
              <a:spcAft>
                <a:spcPts val="0"/>
              </a:spcAft>
              <a:buClr>
                <a:schemeClr val="dk1"/>
              </a:buClr>
              <a:buSzPts val="2240"/>
              <a:buNone/>
              <a:defRPr sz="2240"/>
            </a:lvl5pPr>
            <a:lvl6pPr lvl="5" algn="ctr">
              <a:lnSpc>
                <a:spcPct val="90000"/>
              </a:lnSpc>
              <a:spcBef>
                <a:spcPts val="700"/>
              </a:spcBef>
              <a:spcAft>
                <a:spcPts val="0"/>
              </a:spcAft>
              <a:buClr>
                <a:schemeClr val="dk1"/>
              </a:buClr>
              <a:buSzPts val="2240"/>
              <a:buNone/>
              <a:defRPr sz="2240"/>
            </a:lvl6pPr>
            <a:lvl7pPr lvl="6" algn="ctr">
              <a:lnSpc>
                <a:spcPct val="90000"/>
              </a:lnSpc>
              <a:spcBef>
                <a:spcPts val="700"/>
              </a:spcBef>
              <a:spcAft>
                <a:spcPts val="0"/>
              </a:spcAft>
              <a:buClr>
                <a:schemeClr val="dk1"/>
              </a:buClr>
              <a:buSzPts val="2240"/>
              <a:buNone/>
              <a:defRPr sz="2240"/>
            </a:lvl7pPr>
            <a:lvl8pPr lvl="7" algn="ctr">
              <a:lnSpc>
                <a:spcPct val="90000"/>
              </a:lnSpc>
              <a:spcBef>
                <a:spcPts val="700"/>
              </a:spcBef>
              <a:spcAft>
                <a:spcPts val="0"/>
              </a:spcAft>
              <a:buClr>
                <a:schemeClr val="dk1"/>
              </a:buClr>
              <a:buSzPts val="2240"/>
              <a:buNone/>
              <a:defRPr sz="2240"/>
            </a:lvl8pPr>
            <a:lvl9pPr lvl="8" algn="ctr">
              <a:lnSpc>
                <a:spcPct val="90000"/>
              </a:lnSpc>
              <a:spcBef>
                <a:spcPts val="700"/>
              </a:spcBef>
              <a:spcAft>
                <a:spcPts val="0"/>
              </a:spcAft>
              <a:buClr>
                <a:schemeClr val="dk1"/>
              </a:buClr>
              <a:buSzPts val="2240"/>
              <a:buNone/>
              <a:defRPr sz="2240"/>
            </a:lvl9pPr>
          </a:lstStyle>
          <a:p>
            <a:endParaRPr/>
          </a:p>
        </p:txBody>
      </p:sp>
      <p:sp>
        <p:nvSpPr>
          <p:cNvPr id="14" name="Google Shape;14;p3"/>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80110" y="2555875"/>
            <a:ext cx="110413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73443" y="2393635"/>
            <a:ext cx="11041380" cy="399383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73443" y="6425250"/>
            <a:ext cx="11041380" cy="210026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3360"/>
              <a:buNone/>
              <a:defRPr sz="3359">
                <a:solidFill>
                  <a:schemeClr val="dk1"/>
                </a:solidFill>
              </a:defRPr>
            </a:lvl1pPr>
            <a:lvl2pPr marL="914400" lvl="1" indent="-228600" algn="l">
              <a:lnSpc>
                <a:spcPct val="90000"/>
              </a:lnSpc>
              <a:spcBef>
                <a:spcPts val="700"/>
              </a:spcBef>
              <a:spcAft>
                <a:spcPts val="0"/>
              </a:spcAft>
              <a:buClr>
                <a:srgbClr val="888888"/>
              </a:buClr>
              <a:buSzPts val="2800"/>
              <a:buNone/>
              <a:defRPr sz="2800">
                <a:solidFill>
                  <a:srgbClr val="888888"/>
                </a:solidFill>
              </a:defRPr>
            </a:lvl2pPr>
            <a:lvl3pPr marL="1371600" lvl="2" indent="-228600" algn="l">
              <a:lnSpc>
                <a:spcPct val="90000"/>
              </a:lnSpc>
              <a:spcBef>
                <a:spcPts val="700"/>
              </a:spcBef>
              <a:spcAft>
                <a:spcPts val="0"/>
              </a:spcAft>
              <a:buClr>
                <a:srgbClr val="888888"/>
              </a:buClr>
              <a:buSzPts val="2520"/>
              <a:buNone/>
              <a:defRPr sz="2520">
                <a:solidFill>
                  <a:srgbClr val="888888"/>
                </a:solidFill>
              </a:defRPr>
            </a:lvl3pPr>
            <a:lvl4pPr marL="1828800" lvl="3" indent="-228600" algn="l">
              <a:lnSpc>
                <a:spcPct val="90000"/>
              </a:lnSpc>
              <a:spcBef>
                <a:spcPts val="700"/>
              </a:spcBef>
              <a:spcAft>
                <a:spcPts val="0"/>
              </a:spcAft>
              <a:buClr>
                <a:srgbClr val="888888"/>
              </a:buClr>
              <a:buSzPts val="2240"/>
              <a:buNone/>
              <a:defRPr sz="2240">
                <a:solidFill>
                  <a:srgbClr val="888888"/>
                </a:solidFill>
              </a:defRPr>
            </a:lvl4pPr>
            <a:lvl5pPr marL="2286000" lvl="4" indent="-228600" algn="l">
              <a:lnSpc>
                <a:spcPct val="90000"/>
              </a:lnSpc>
              <a:spcBef>
                <a:spcPts val="700"/>
              </a:spcBef>
              <a:spcAft>
                <a:spcPts val="0"/>
              </a:spcAft>
              <a:buClr>
                <a:srgbClr val="888888"/>
              </a:buClr>
              <a:buSzPts val="2240"/>
              <a:buNone/>
              <a:defRPr sz="2240">
                <a:solidFill>
                  <a:srgbClr val="888888"/>
                </a:solidFill>
              </a:defRPr>
            </a:lvl5pPr>
            <a:lvl6pPr marL="2743200" lvl="5" indent="-228600" algn="l">
              <a:lnSpc>
                <a:spcPct val="90000"/>
              </a:lnSpc>
              <a:spcBef>
                <a:spcPts val="700"/>
              </a:spcBef>
              <a:spcAft>
                <a:spcPts val="0"/>
              </a:spcAft>
              <a:buClr>
                <a:srgbClr val="888888"/>
              </a:buClr>
              <a:buSzPts val="2240"/>
              <a:buNone/>
              <a:defRPr sz="2240">
                <a:solidFill>
                  <a:srgbClr val="888888"/>
                </a:solidFill>
              </a:defRPr>
            </a:lvl6pPr>
            <a:lvl7pPr marL="3200400" lvl="6" indent="-228600" algn="l">
              <a:lnSpc>
                <a:spcPct val="90000"/>
              </a:lnSpc>
              <a:spcBef>
                <a:spcPts val="700"/>
              </a:spcBef>
              <a:spcAft>
                <a:spcPts val="0"/>
              </a:spcAft>
              <a:buClr>
                <a:srgbClr val="888888"/>
              </a:buClr>
              <a:buSzPts val="2240"/>
              <a:buNone/>
              <a:defRPr sz="2240">
                <a:solidFill>
                  <a:srgbClr val="888888"/>
                </a:solidFill>
              </a:defRPr>
            </a:lvl7pPr>
            <a:lvl8pPr marL="3657600" lvl="7" indent="-228600" algn="l">
              <a:lnSpc>
                <a:spcPct val="90000"/>
              </a:lnSpc>
              <a:spcBef>
                <a:spcPts val="700"/>
              </a:spcBef>
              <a:spcAft>
                <a:spcPts val="0"/>
              </a:spcAft>
              <a:buClr>
                <a:srgbClr val="888888"/>
              </a:buClr>
              <a:buSzPts val="2240"/>
              <a:buNone/>
              <a:defRPr sz="2240">
                <a:solidFill>
                  <a:srgbClr val="888888"/>
                </a:solidFill>
              </a:defRPr>
            </a:lvl8pPr>
            <a:lvl9pPr marL="4114800" lvl="8" indent="-228600" algn="l">
              <a:lnSpc>
                <a:spcPct val="90000"/>
              </a:lnSpc>
              <a:spcBef>
                <a:spcPts val="700"/>
              </a:spcBef>
              <a:spcAft>
                <a:spcPts val="0"/>
              </a:spcAft>
              <a:buClr>
                <a:srgbClr val="888888"/>
              </a:buClr>
              <a:buSzPts val="2240"/>
              <a:buNone/>
              <a:defRPr sz="2240">
                <a:solidFill>
                  <a:srgbClr val="888888"/>
                </a:solidFill>
              </a:defRPr>
            </a:lvl9pPr>
          </a:lstStyle>
          <a:p>
            <a:endParaRPr/>
          </a:p>
        </p:txBody>
      </p:sp>
      <p:sp>
        <p:nvSpPr>
          <p:cNvPr id="26" name="Google Shape;26;p5"/>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80110" y="2555875"/>
            <a:ext cx="54406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480810" y="2555875"/>
            <a:ext cx="5440680" cy="60918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81777"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81779" y="2353628"/>
            <a:ext cx="5415676" cy="115347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00"/>
              </a:spcBef>
              <a:spcAft>
                <a:spcPts val="0"/>
              </a:spcAft>
              <a:buClr>
                <a:schemeClr val="dk1"/>
              </a:buClr>
              <a:buSzPts val="3360"/>
              <a:buNone/>
              <a:defRPr sz="3359" b="1"/>
            </a:lvl1pPr>
            <a:lvl2pPr marL="914400" lvl="1" indent="-228600" algn="l">
              <a:lnSpc>
                <a:spcPct val="90000"/>
              </a:lnSpc>
              <a:spcBef>
                <a:spcPts val="700"/>
              </a:spcBef>
              <a:spcAft>
                <a:spcPts val="0"/>
              </a:spcAft>
              <a:buClr>
                <a:schemeClr val="dk1"/>
              </a:buClr>
              <a:buSzPts val="2800"/>
              <a:buNone/>
              <a:defRPr sz="2800" b="1"/>
            </a:lvl2pPr>
            <a:lvl3pPr marL="1371600" lvl="2" indent="-228600" algn="l">
              <a:lnSpc>
                <a:spcPct val="90000"/>
              </a:lnSpc>
              <a:spcBef>
                <a:spcPts val="700"/>
              </a:spcBef>
              <a:spcAft>
                <a:spcPts val="0"/>
              </a:spcAft>
              <a:buClr>
                <a:schemeClr val="dk1"/>
              </a:buClr>
              <a:buSzPts val="2520"/>
              <a:buNone/>
              <a:defRPr sz="2520" b="1"/>
            </a:lvl3pPr>
            <a:lvl4pPr marL="1828800" lvl="3" indent="-228600" algn="l">
              <a:lnSpc>
                <a:spcPct val="90000"/>
              </a:lnSpc>
              <a:spcBef>
                <a:spcPts val="700"/>
              </a:spcBef>
              <a:spcAft>
                <a:spcPts val="0"/>
              </a:spcAft>
              <a:buClr>
                <a:schemeClr val="dk1"/>
              </a:buClr>
              <a:buSzPts val="2240"/>
              <a:buNone/>
              <a:defRPr sz="2240" b="1"/>
            </a:lvl4pPr>
            <a:lvl5pPr marL="2286000" lvl="4" indent="-228600" algn="l">
              <a:lnSpc>
                <a:spcPct val="90000"/>
              </a:lnSpc>
              <a:spcBef>
                <a:spcPts val="700"/>
              </a:spcBef>
              <a:spcAft>
                <a:spcPts val="0"/>
              </a:spcAft>
              <a:buClr>
                <a:schemeClr val="dk1"/>
              </a:buClr>
              <a:buSzPts val="2240"/>
              <a:buNone/>
              <a:defRPr sz="2240" b="1"/>
            </a:lvl5pPr>
            <a:lvl6pPr marL="2743200" lvl="5" indent="-228600" algn="l">
              <a:lnSpc>
                <a:spcPct val="90000"/>
              </a:lnSpc>
              <a:spcBef>
                <a:spcPts val="700"/>
              </a:spcBef>
              <a:spcAft>
                <a:spcPts val="0"/>
              </a:spcAft>
              <a:buClr>
                <a:schemeClr val="dk1"/>
              </a:buClr>
              <a:buSzPts val="2240"/>
              <a:buNone/>
              <a:defRPr sz="2240" b="1"/>
            </a:lvl6pPr>
            <a:lvl7pPr marL="3200400" lvl="6" indent="-228600" algn="l">
              <a:lnSpc>
                <a:spcPct val="90000"/>
              </a:lnSpc>
              <a:spcBef>
                <a:spcPts val="700"/>
              </a:spcBef>
              <a:spcAft>
                <a:spcPts val="0"/>
              </a:spcAft>
              <a:buClr>
                <a:schemeClr val="dk1"/>
              </a:buClr>
              <a:buSzPts val="2240"/>
              <a:buNone/>
              <a:defRPr sz="2240" b="1"/>
            </a:lvl7pPr>
            <a:lvl8pPr marL="3657600" lvl="7" indent="-228600" algn="l">
              <a:lnSpc>
                <a:spcPct val="90000"/>
              </a:lnSpc>
              <a:spcBef>
                <a:spcPts val="700"/>
              </a:spcBef>
              <a:spcAft>
                <a:spcPts val="0"/>
              </a:spcAft>
              <a:buClr>
                <a:schemeClr val="dk1"/>
              </a:buClr>
              <a:buSzPts val="2240"/>
              <a:buNone/>
              <a:defRPr sz="2240" b="1"/>
            </a:lvl8pPr>
            <a:lvl9pPr marL="4114800" lvl="8" indent="-228600" algn="l">
              <a:lnSpc>
                <a:spcPct val="90000"/>
              </a:lnSpc>
              <a:spcBef>
                <a:spcPts val="700"/>
              </a:spcBef>
              <a:spcAft>
                <a:spcPts val="0"/>
              </a:spcAft>
              <a:buClr>
                <a:schemeClr val="dk1"/>
              </a:buClr>
              <a:buSzPts val="2240"/>
              <a:buNone/>
              <a:defRPr sz="2240" b="1"/>
            </a:lvl9pPr>
          </a:lstStyle>
          <a:p>
            <a:endParaRPr/>
          </a:p>
        </p:txBody>
      </p:sp>
      <p:sp>
        <p:nvSpPr>
          <p:cNvPr id="39" name="Google Shape;39;p7"/>
          <p:cNvSpPr txBox="1">
            <a:spLocks noGrp="1"/>
          </p:cNvSpPr>
          <p:nvPr>
            <p:ph type="body" idx="2"/>
          </p:nvPr>
        </p:nvSpPr>
        <p:spPr>
          <a:xfrm>
            <a:off x="881779" y="3507105"/>
            <a:ext cx="5415676" cy="5158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480811" y="2353628"/>
            <a:ext cx="5442347" cy="115347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400"/>
              </a:spcBef>
              <a:spcAft>
                <a:spcPts val="0"/>
              </a:spcAft>
              <a:buClr>
                <a:schemeClr val="dk1"/>
              </a:buClr>
              <a:buSzPts val="3360"/>
              <a:buNone/>
              <a:defRPr sz="3359" b="1"/>
            </a:lvl1pPr>
            <a:lvl2pPr marL="914400" lvl="1" indent="-228600" algn="l">
              <a:lnSpc>
                <a:spcPct val="90000"/>
              </a:lnSpc>
              <a:spcBef>
                <a:spcPts val="700"/>
              </a:spcBef>
              <a:spcAft>
                <a:spcPts val="0"/>
              </a:spcAft>
              <a:buClr>
                <a:schemeClr val="dk1"/>
              </a:buClr>
              <a:buSzPts val="2800"/>
              <a:buNone/>
              <a:defRPr sz="2800" b="1"/>
            </a:lvl2pPr>
            <a:lvl3pPr marL="1371600" lvl="2" indent="-228600" algn="l">
              <a:lnSpc>
                <a:spcPct val="90000"/>
              </a:lnSpc>
              <a:spcBef>
                <a:spcPts val="700"/>
              </a:spcBef>
              <a:spcAft>
                <a:spcPts val="0"/>
              </a:spcAft>
              <a:buClr>
                <a:schemeClr val="dk1"/>
              </a:buClr>
              <a:buSzPts val="2520"/>
              <a:buNone/>
              <a:defRPr sz="2520" b="1"/>
            </a:lvl3pPr>
            <a:lvl4pPr marL="1828800" lvl="3" indent="-228600" algn="l">
              <a:lnSpc>
                <a:spcPct val="90000"/>
              </a:lnSpc>
              <a:spcBef>
                <a:spcPts val="700"/>
              </a:spcBef>
              <a:spcAft>
                <a:spcPts val="0"/>
              </a:spcAft>
              <a:buClr>
                <a:schemeClr val="dk1"/>
              </a:buClr>
              <a:buSzPts val="2240"/>
              <a:buNone/>
              <a:defRPr sz="2240" b="1"/>
            </a:lvl4pPr>
            <a:lvl5pPr marL="2286000" lvl="4" indent="-228600" algn="l">
              <a:lnSpc>
                <a:spcPct val="90000"/>
              </a:lnSpc>
              <a:spcBef>
                <a:spcPts val="700"/>
              </a:spcBef>
              <a:spcAft>
                <a:spcPts val="0"/>
              </a:spcAft>
              <a:buClr>
                <a:schemeClr val="dk1"/>
              </a:buClr>
              <a:buSzPts val="2240"/>
              <a:buNone/>
              <a:defRPr sz="2240" b="1"/>
            </a:lvl5pPr>
            <a:lvl6pPr marL="2743200" lvl="5" indent="-228600" algn="l">
              <a:lnSpc>
                <a:spcPct val="90000"/>
              </a:lnSpc>
              <a:spcBef>
                <a:spcPts val="700"/>
              </a:spcBef>
              <a:spcAft>
                <a:spcPts val="0"/>
              </a:spcAft>
              <a:buClr>
                <a:schemeClr val="dk1"/>
              </a:buClr>
              <a:buSzPts val="2240"/>
              <a:buNone/>
              <a:defRPr sz="2240" b="1"/>
            </a:lvl6pPr>
            <a:lvl7pPr marL="3200400" lvl="6" indent="-228600" algn="l">
              <a:lnSpc>
                <a:spcPct val="90000"/>
              </a:lnSpc>
              <a:spcBef>
                <a:spcPts val="700"/>
              </a:spcBef>
              <a:spcAft>
                <a:spcPts val="0"/>
              </a:spcAft>
              <a:buClr>
                <a:schemeClr val="dk1"/>
              </a:buClr>
              <a:buSzPts val="2240"/>
              <a:buNone/>
              <a:defRPr sz="2240" b="1"/>
            </a:lvl7pPr>
            <a:lvl8pPr marL="3657600" lvl="7" indent="-228600" algn="l">
              <a:lnSpc>
                <a:spcPct val="90000"/>
              </a:lnSpc>
              <a:spcBef>
                <a:spcPts val="700"/>
              </a:spcBef>
              <a:spcAft>
                <a:spcPts val="0"/>
              </a:spcAft>
              <a:buClr>
                <a:schemeClr val="dk1"/>
              </a:buClr>
              <a:buSzPts val="2240"/>
              <a:buNone/>
              <a:defRPr sz="2240" b="1"/>
            </a:lvl8pPr>
            <a:lvl9pPr marL="4114800" lvl="8" indent="-228600" algn="l">
              <a:lnSpc>
                <a:spcPct val="90000"/>
              </a:lnSpc>
              <a:spcBef>
                <a:spcPts val="700"/>
              </a:spcBef>
              <a:spcAft>
                <a:spcPts val="0"/>
              </a:spcAft>
              <a:buClr>
                <a:schemeClr val="dk1"/>
              </a:buClr>
              <a:buSzPts val="2240"/>
              <a:buNone/>
              <a:defRPr sz="2240" b="1"/>
            </a:lvl9pPr>
          </a:lstStyle>
          <a:p>
            <a:endParaRPr/>
          </a:p>
        </p:txBody>
      </p:sp>
      <p:sp>
        <p:nvSpPr>
          <p:cNvPr id="41" name="Google Shape;41;p7"/>
          <p:cNvSpPr txBox="1">
            <a:spLocks noGrp="1"/>
          </p:cNvSpPr>
          <p:nvPr>
            <p:ph type="body" idx="4"/>
          </p:nvPr>
        </p:nvSpPr>
        <p:spPr>
          <a:xfrm>
            <a:off x="6480811" y="3507105"/>
            <a:ext cx="5442347" cy="5158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81778" y="640080"/>
            <a:ext cx="4128849" cy="2240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80"/>
              <a:buFont typeface="Calibri"/>
              <a:buNone/>
              <a:defRPr sz="44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442347" y="1382397"/>
            <a:ext cx="6480810" cy="6823075"/>
          </a:xfrm>
          <a:prstGeom prst="rect">
            <a:avLst/>
          </a:prstGeom>
          <a:noFill/>
          <a:ln>
            <a:noFill/>
          </a:ln>
        </p:spPr>
        <p:txBody>
          <a:bodyPr spcFirstLastPara="1" wrap="square" lIns="91425" tIns="45700" rIns="91425" bIns="45700" anchor="t" anchorCtr="0">
            <a:normAutofit/>
          </a:bodyPr>
          <a:lstStyle>
            <a:lvl1pPr marL="457200" lvl="0" indent="-513080" algn="l">
              <a:lnSpc>
                <a:spcPct val="90000"/>
              </a:lnSpc>
              <a:spcBef>
                <a:spcPts val="1400"/>
              </a:spcBef>
              <a:spcAft>
                <a:spcPts val="0"/>
              </a:spcAft>
              <a:buClr>
                <a:schemeClr val="dk1"/>
              </a:buClr>
              <a:buSzPts val="4480"/>
              <a:buChar char="•"/>
              <a:defRPr sz="4480"/>
            </a:lvl1pPr>
            <a:lvl2pPr marL="914400" lvl="1" indent="-477519" algn="l">
              <a:lnSpc>
                <a:spcPct val="90000"/>
              </a:lnSpc>
              <a:spcBef>
                <a:spcPts val="700"/>
              </a:spcBef>
              <a:spcAft>
                <a:spcPts val="0"/>
              </a:spcAft>
              <a:buClr>
                <a:schemeClr val="dk1"/>
              </a:buClr>
              <a:buSzPts val="3920"/>
              <a:buChar char="•"/>
              <a:defRPr sz="3920"/>
            </a:lvl2pPr>
            <a:lvl3pPr marL="1371600" lvl="2" indent="-441960" algn="l">
              <a:lnSpc>
                <a:spcPct val="90000"/>
              </a:lnSpc>
              <a:spcBef>
                <a:spcPts val="700"/>
              </a:spcBef>
              <a:spcAft>
                <a:spcPts val="0"/>
              </a:spcAft>
              <a:buClr>
                <a:schemeClr val="dk1"/>
              </a:buClr>
              <a:buSzPts val="3360"/>
              <a:buChar char="•"/>
              <a:defRPr sz="3359"/>
            </a:lvl3pPr>
            <a:lvl4pPr marL="1828800" lvl="3" indent="-406400" algn="l">
              <a:lnSpc>
                <a:spcPct val="90000"/>
              </a:lnSpc>
              <a:spcBef>
                <a:spcPts val="700"/>
              </a:spcBef>
              <a:spcAft>
                <a:spcPts val="0"/>
              </a:spcAft>
              <a:buClr>
                <a:schemeClr val="dk1"/>
              </a:buClr>
              <a:buSzPts val="2800"/>
              <a:buChar char="•"/>
              <a:defRPr sz="2800"/>
            </a:lvl4pPr>
            <a:lvl5pPr marL="2286000" lvl="4" indent="-406400" algn="l">
              <a:lnSpc>
                <a:spcPct val="90000"/>
              </a:lnSpc>
              <a:spcBef>
                <a:spcPts val="700"/>
              </a:spcBef>
              <a:spcAft>
                <a:spcPts val="0"/>
              </a:spcAft>
              <a:buClr>
                <a:schemeClr val="dk1"/>
              </a:buClr>
              <a:buSzPts val="2800"/>
              <a:buChar char="•"/>
              <a:defRPr sz="2800"/>
            </a:lvl5pPr>
            <a:lvl6pPr marL="2743200" lvl="5" indent="-406400" algn="l">
              <a:lnSpc>
                <a:spcPct val="90000"/>
              </a:lnSpc>
              <a:spcBef>
                <a:spcPts val="700"/>
              </a:spcBef>
              <a:spcAft>
                <a:spcPts val="0"/>
              </a:spcAft>
              <a:buClr>
                <a:schemeClr val="dk1"/>
              </a:buClr>
              <a:buSzPts val="2800"/>
              <a:buChar char="•"/>
              <a:defRPr sz="2800"/>
            </a:lvl6pPr>
            <a:lvl7pPr marL="3200400" lvl="6" indent="-406400" algn="l">
              <a:lnSpc>
                <a:spcPct val="90000"/>
              </a:lnSpc>
              <a:spcBef>
                <a:spcPts val="700"/>
              </a:spcBef>
              <a:spcAft>
                <a:spcPts val="0"/>
              </a:spcAft>
              <a:buClr>
                <a:schemeClr val="dk1"/>
              </a:buClr>
              <a:buSzPts val="2800"/>
              <a:buChar char="•"/>
              <a:defRPr sz="2800"/>
            </a:lvl7pPr>
            <a:lvl8pPr marL="3657600" lvl="7" indent="-406400" algn="l">
              <a:lnSpc>
                <a:spcPct val="90000"/>
              </a:lnSpc>
              <a:spcBef>
                <a:spcPts val="700"/>
              </a:spcBef>
              <a:spcAft>
                <a:spcPts val="0"/>
              </a:spcAft>
              <a:buClr>
                <a:schemeClr val="dk1"/>
              </a:buClr>
              <a:buSzPts val="2800"/>
              <a:buChar char="•"/>
              <a:defRPr sz="2800"/>
            </a:lvl8pPr>
            <a:lvl9pPr marL="4114800" lvl="8" indent="-406400" algn="l">
              <a:lnSpc>
                <a:spcPct val="90000"/>
              </a:lnSpc>
              <a:spcBef>
                <a:spcPts val="700"/>
              </a:spcBef>
              <a:spcAft>
                <a:spcPts val="0"/>
              </a:spcAft>
              <a:buClr>
                <a:schemeClr val="dk1"/>
              </a:buClr>
              <a:buSzPts val="2800"/>
              <a:buChar char="•"/>
              <a:defRPr sz="2800"/>
            </a:lvl9pPr>
          </a:lstStyle>
          <a:p>
            <a:endParaRPr/>
          </a:p>
        </p:txBody>
      </p:sp>
      <p:sp>
        <p:nvSpPr>
          <p:cNvPr id="57" name="Google Shape;57;p10"/>
          <p:cNvSpPr txBox="1">
            <a:spLocks noGrp="1"/>
          </p:cNvSpPr>
          <p:nvPr>
            <p:ph type="body" idx="2"/>
          </p:nvPr>
        </p:nvSpPr>
        <p:spPr>
          <a:xfrm>
            <a:off x="881778" y="2880360"/>
            <a:ext cx="4128849" cy="53362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2240"/>
              <a:buNone/>
              <a:defRPr sz="2240"/>
            </a:lvl1pPr>
            <a:lvl2pPr marL="914400" lvl="1" indent="-228600" algn="l">
              <a:lnSpc>
                <a:spcPct val="90000"/>
              </a:lnSpc>
              <a:spcBef>
                <a:spcPts val="700"/>
              </a:spcBef>
              <a:spcAft>
                <a:spcPts val="0"/>
              </a:spcAft>
              <a:buClr>
                <a:schemeClr val="dk1"/>
              </a:buClr>
              <a:buSzPts val="1960"/>
              <a:buNone/>
              <a:defRPr sz="1960"/>
            </a:lvl2pPr>
            <a:lvl3pPr marL="1371600" lvl="2" indent="-228600" algn="l">
              <a:lnSpc>
                <a:spcPct val="90000"/>
              </a:lnSpc>
              <a:spcBef>
                <a:spcPts val="700"/>
              </a:spcBef>
              <a:spcAft>
                <a:spcPts val="0"/>
              </a:spcAft>
              <a:buClr>
                <a:schemeClr val="dk1"/>
              </a:buClr>
              <a:buSzPts val="1680"/>
              <a:buNone/>
              <a:defRPr sz="1679"/>
            </a:lvl3pPr>
            <a:lvl4pPr marL="1828800" lvl="3" indent="-228600" algn="l">
              <a:lnSpc>
                <a:spcPct val="90000"/>
              </a:lnSpc>
              <a:spcBef>
                <a:spcPts val="700"/>
              </a:spcBef>
              <a:spcAft>
                <a:spcPts val="0"/>
              </a:spcAft>
              <a:buClr>
                <a:schemeClr val="dk1"/>
              </a:buClr>
              <a:buSzPts val="1400"/>
              <a:buNone/>
              <a:defRPr sz="1400"/>
            </a:lvl4pPr>
            <a:lvl5pPr marL="2286000" lvl="4" indent="-228600" algn="l">
              <a:lnSpc>
                <a:spcPct val="90000"/>
              </a:lnSpc>
              <a:spcBef>
                <a:spcPts val="700"/>
              </a:spcBef>
              <a:spcAft>
                <a:spcPts val="0"/>
              </a:spcAft>
              <a:buClr>
                <a:schemeClr val="dk1"/>
              </a:buClr>
              <a:buSzPts val="1400"/>
              <a:buNone/>
              <a:defRPr sz="1400"/>
            </a:lvl5pPr>
            <a:lvl6pPr marL="2743200" lvl="5" indent="-228600" algn="l">
              <a:lnSpc>
                <a:spcPct val="90000"/>
              </a:lnSpc>
              <a:spcBef>
                <a:spcPts val="700"/>
              </a:spcBef>
              <a:spcAft>
                <a:spcPts val="0"/>
              </a:spcAft>
              <a:buClr>
                <a:schemeClr val="dk1"/>
              </a:buClr>
              <a:buSzPts val="1400"/>
              <a:buNone/>
              <a:defRPr sz="1400"/>
            </a:lvl6pPr>
            <a:lvl7pPr marL="3200400" lvl="6" indent="-228600" algn="l">
              <a:lnSpc>
                <a:spcPct val="90000"/>
              </a:lnSpc>
              <a:spcBef>
                <a:spcPts val="700"/>
              </a:spcBef>
              <a:spcAft>
                <a:spcPts val="0"/>
              </a:spcAft>
              <a:buClr>
                <a:schemeClr val="dk1"/>
              </a:buClr>
              <a:buSzPts val="1400"/>
              <a:buNone/>
              <a:defRPr sz="1400"/>
            </a:lvl7pPr>
            <a:lvl8pPr marL="3657600" lvl="7" indent="-228600" algn="l">
              <a:lnSpc>
                <a:spcPct val="90000"/>
              </a:lnSpc>
              <a:spcBef>
                <a:spcPts val="700"/>
              </a:spcBef>
              <a:spcAft>
                <a:spcPts val="0"/>
              </a:spcAft>
              <a:buClr>
                <a:schemeClr val="dk1"/>
              </a:buClr>
              <a:buSzPts val="1400"/>
              <a:buNone/>
              <a:defRPr sz="1400"/>
            </a:lvl8pPr>
            <a:lvl9pPr marL="4114800" lvl="8" indent="-228600" algn="l">
              <a:lnSpc>
                <a:spcPct val="90000"/>
              </a:lnSpc>
              <a:spcBef>
                <a:spcPts val="700"/>
              </a:spcBef>
              <a:spcAft>
                <a:spcPts val="0"/>
              </a:spcAft>
              <a:buClr>
                <a:schemeClr val="dk1"/>
              </a:buClr>
              <a:buSzPts val="1400"/>
              <a:buNone/>
              <a:defRPr sz="1400"/>
            </a:lvl9pPr>
          </a:lstStyle>
          <a:p>
            <a:endParaRPr/>
          </a:p>
        </p:txBody>
      </p:sp>
      <p:sp>
        <p:nvSpPr>
          <p:cNvPr id="58" name="Google Shape;58;p10"/>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81778" y="640080"/>
            <a:ext cx="4128849" cy="2240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80"/>
              <a:buFont typeface="Calibri"/>
              <a:buNone/>
              <a:defRPr sz="44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442347" y="1382397"/>
            <a:ext cx="6480810" cy="6823075"/>
          </a:xfrm>
          <a:prstGeom prst="rect">
            <a:avLst/>
          </a:prstGeom>
          <a:noFill/>
          <a:ln>
            <a:noFill/>
          </a:ln>
        </p:spPr>
        <p:txBody>
          <a:bodyPr/>
          <a:lstStyle/>
          <a:p>
            <a:endParaRPr lang="en-IN"/>
          </a:p>
        </p:txBody>
      </p:sp>
      <p:sp>
        <p:nvSpPr>
          <p:cNvPr id="64" name="Google Shape;64;p11"/>
          <p:cNvSpPr txBox="1">
            <a:spLocks noGrp="1"/>
          </p:cNvSpPr>
          <p:nvPr>
            <p:ph type="body" idx="1"/>
          </p:nvPr>
        </p:nvSpPr>
        <p:spPr>
          <a:xfrm>
            <a:off x="881778" y="2880360"/>
            <a:ext cx="4128849" cy="53362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400"/>
              </a:spcBef>
              <a:spcAft>
                <a:spcPts val="0"/>
              </a:spcAft>
              <a:buClr>
                <a:schemeClr val="dk1"/>
              </a:buClr>
              <a:buSzPts val="2240"/>
              <a:buNone/>
              <a:defRPr sz="2240"/>
            </a:lvl1pPr>
            <a:lvl2pPr marL="914400" lvl="1" indent="-228600" algn="l">
              <a:lnSpc>
                <a:spcPct val="90000"/>
              </a:lnSpc>
              <a:spcBef>
                <a:spcPts val="700"/>
              </a:spcBef>
              <a:spcAft>
                <a:spcPts val="0"/>
              </a:spcAft>
              <a:buClr>
                <a:schemeClr val="dk1"/>
              </a:buClr>
              <a:buSzPts val="1960"/>
              <a:buNone/>
              <a:defRPr sz="1960"/>
            </a:lvl2pPr>
            <a:lvl3pPr marL="1371600" lvl="2" indent="-228600" algn="l">
              <a:lnSpc>
                <a:spcPct val="90000"/>
              </a:lnSpc>
              <a:spcBef>
                <a:spcPts val="700"/>
              </a:spcBef>
              <a:spcAft>
                <a:spcPts val="0"/>
              </a:spcAft>
              <a:buClr>
                <a:schemeClr val="dk1"/>
              </a:buClr>
              <a:buSzPts val="1680"/>
              <a:buNone/>
              <a:defRPr sz="1679"/>
            </a:lvl3pPr>
            <a:lvl4pPr marL="1828800" lvl="3" indent="-228600" algn="l">
              <a:lnSpc>
                <a:spcPct val="90000"/>
              </a:lnSpc>
              <a:spcBef>
                <a:spcPts val="700"/>
              </a:spcBef>
              <a:spcAft>
                <a:spcPts val="0"/>
              </a:spcAft>
              <a:buClr>
                <a:schemeClr val="dk1"/>
              </a:buClr>
              <a:buSzPts val="1400"/>
              <a:buNone/>
              <a:defRPr sz="1400"/>
            </a:lvl4pPr>
            <a:lvl5pPr marL="2286000" lvl="4" indent="-228600" algn="l">
              <a:lnSpc>
                <a:spcPct val="90000"/>
              </a:lnSpc>
              <a:spcBef>
                <a:spcPts val="700"/>
              </a:spcBef>
              <a:spcAft>
                <a:spcPts val="0"/>
              </a:spcAft>
              <a:buClr>
                <a:schemeClr val="dk1"/>
              </a:buClr>
              <a:buSzPts val="1400"/>
              <a:buNone/>
              <a:defRPr sz="1400"/>
            </a:lvl5pPr>
            <a:lvl6pPr marL="2743200" lvl="5" indent="-228600" algn="l">
              <a:lnSpc>
                <a:spcPct val="90000"/>
              </a:lnSpc>
              <a:spcBef>
                <a:spcPts val="700"/>
              </a:spcBef>
              <a:spcAft>
                <a:spcPts val="0"/>
              </a:spcAft>
              <a:buClr>
                <a:schemeClr val="dk1"/>
              </a:buClr>
              <a:buSzPts val="1400"/>
              <a:buNone/>
              <a:defRPr sz="1400"/>
            </a:lvl6pPr>
            <a:lvl7pPr marL="3200400" lvl="6" indent="-228600" algn="l">
              <a:lnSpc>
                <a:spcPct val="90000"/>
              </a:lnSpc>
              <a:spcBef>
                <a:spcPts val="700"/>
              </a:spcBef>
              <a:spcAft>
                <a:spcPts val="0"/>
              </a:spcAft>
              <a:buClr>
                <a:schemeClr val="dk1"/>
              </a:buClr>
              <a:buSzPts val="1400"/>
              <a:buNone/>
              <a:defRPr sz="1400"/>
            </a:lvl7pPr>
            <a:lvl8pPr marL="3657600" lvl="7" indent="-228600" algn="l">
              <a:lnSpc>
                <a:spcPct val="90000"/>
              </a:lnSpc>
              <a:spcBef>
                <a:spcPts val="700"/>
              </a:spcBef>
              <a:spcAft>
                <a:spcPts val="0"/>
              </a:spcAft>
              <a:buClr>
                <a:schemeClr val="dk1"/>
              </a:buClr>
              <a:buSzPts val="1400"/>
              <a:buNone/>
              <a:defRPr sz="1400"/>
            </a:lvl8pPr>
            <a:lvl9pPr marL="4114800" lvl="8" indent="-228600" algn="l">
              <a:lnSpc>
                <a:spcPct val="90000"/>
              </a:lnSpc>
              <a:spcBef>
                <a:spcPts val="700"/>
              </a:spcBef>
              <a:spcAft>
                <a:spcPts val="0"/>
              </a:spcAft>
              <a:buClr>
                <a:schemeClr val="dk1"/>
              </a:buClr>
              <a:buSzPts val="1400"/>
              <a:buNone/>
              <a:defRPr sz="1400"/>
            </a:lvl9pPr>
          </a:lstStyle>
          <a:p>
            <a:endParaRPr/>
          </a:p>
        </p:txBody>
      </p:sp>
      <p:sp>
        <p:nvSpPr>
          <p:cNvPr id="65" name="Google Shape;65;p11"/>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354864" y="81122"/>
            <a:ext cx="6091873" cy="110413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6473032" y="3199289"/>
            <a:ext cx="8136573" cy="2760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872332" y="518954"/>
            <a:ext cx="8136573" cy="812101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00"/>
              </a:spcBef>
              <a:spcAft>
                <a:spcPts val="0"/>
              </a:spcAft>
              <a:buClr>
                <a:schemeClr val="dk1"/>
              </a:buClr>
              <a:buSzPts val="1800"/>
              <a:buChar char="•"/>
              <a:defRPr/>
            </a:lvl1pPr>
            <a:lvl2pPr marL="914400" lvl="1" indent="-342900" algn="l">
              <a:lnSpc>
                <a:spcPct val="90000"/>
              </a:lnSpc>
              <a:spcBef>
                <a:spcPts val="700"/>
              </a:spcBef>
              <a:spcAft>
                <a:spcPts val="0"/>
              </a:spcAft>
              <a:buClr>
                <a:schemeClr val="dk1"/>
              </a:buClr>
              <a:buSzPts val="1800"/>
              <a:buChar char="•"/>
              <a:defRPr/>
            </a:lvl2pPr>
            <a:lvl3pPr marL="1371600" lvl="2" indent="-342900" algn="l">
              <a:lnSpc>
                <a:spcPct val="90000"/>
              </a:lnSpc>
              <a:spcBef>
                <a:spcPts val="700"/>
              </a:spcBef>
              <a:spcAft>
                <a:spcPts val="0"/>
              </a:spcAft>
              <a:buClr>
                <a:schemeClr val="dk1"/>
              </a:buClr>
              <a:buSzPts val="1800"/>
              <a:buChar char="•"/>
              <a:defRPr/>
            </a:lvl3pPr>
            <a:lvl4pPr marL="1828800" lvl="3" indent="-342900" algn="l">
              <a:lnSpc>
                <a:spcPct val="90000"/>
              </a:lnSpc>
              <a:spcBef>
                <a:spcPts val="700"/>
              </a:spcBef>
              <a:spcAft>
                <a:spcPts val="0"/>
              </a:spcAft>
              <a:buClr>
                <a:schemeClr val="dk1"/>
              </a:buClr>
              <a:buSzPts val="1800"/>
              <a:buChar char="•"/>
              <a:defRPr/>
            </a:lvl4pPr>
            <a:lvl5pPr marL="2286000" lvl="4" indent="-342900" algn="l">
              <a:lnSpc>
                <a:spcPct val="90000"/>
              </a:lnSpc>
              <a:spcBef>
                <a:spcPts val="700"/>
              </a:spcBef>
              <a:spcAft>
                <a:spcPts val="0"/>
              </a:spcAft>
              <a:buClr>
                <a:schemeClr val="dk1"/>
              </a:buClr>
              <a:buSzPts val="1800"/>
              <a:buChar char="•"/>
              <a:defRPr/>
            </a:lvl5pPr>
            <a:lvl6pPr marL="2743200" lvl="5" indent="-342900" algn="l">
              <a:lnSpc>
                <a:spcPct val="90000"/>
              </a:lnSpc>
              <a:spcBef>
                <a:spcPts val="700"/>
              </a:spcBef>
              <a:spcAft>
                <a:spcPts val="0"/>
              </a:spcAft>
              <a:buClr>
                <a:schemeClr val="dk1"/>
              </a:buClr>
              <a:buSzPts val="1800"/>
              <a:buChar char="•"/>
              <a:defRPr/>
            </a:lvl6pPr>
            <a:lvl7pPr marL="3200400" lvl="6" indent="-342900" algn="l">
              <a:lnSpc>
                <a:spcPct val="90000"/>
              </a:lnSpc>
              <a:spcBef>
                <a:spcPts val="700"/>
              </a:spcBef>
              <a:spcAft>
                <a:spcPts val="0"/>
              </a:spcAft>
              <a:buClr>
                <a:schemeClr val="dk1"/>
              </a:buClr>
              <a:buSzPts val="1800"/>
              <a:buChar char="•"/>
              <a:defRPr/>
            </a:lvl7pPr>
            <a:lvl8pPr marL="3657600" lvl="7" indent="-342900" algn="l">
              <a:lnSpc>
                <a:spcPct val="90000"/>
              </a:lnSpc>
              <a:spcBef>
                <a:spcPts val="700"/>
              </a:spcBef>
              <a:spcAft>
                <a:spcPts val="0"/>
              </a:spcAft>
              <a:buClr>
                <a:schemeClr val="dk1"/>
              </a:buClr>
              <a:buSzPts val="1800"/>
              <a:buChar char="•"/>
              <a:defRPr/>
            </a:lvl8pPr>
            <a:lvl9pPr marL="4114800" lvl="8" indent="-342900" algn="l">
              <a:lnSpc>
                <a:spcPct val="90000"/>
              </a:lnSpc>
              <a:spcBef>
                <a:spcPts val="7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80110" y="511177"/>
            <a:ext cx="11041380" cy="185578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160"/>
              <a:buFont typeface="Calibri"/>
              <a:buNone/>
              <a:defRPr sz="616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80110" y="2555875"/>
            <a:ext cx="11041380" cy="6091873"/>
          </a:xfrm>
          <a:prstGeom prst="rect">
            <a:avLst/>
          </a:prstGeom>
          <a:noFill/>
          <a:ln>
            <a:noFill/>
          </a:ln>
        </p:spPr>
        <p:txBody>
          <a:bodyPr spcFirstLastPara="1" wrap="square" lIns="91425" tIns="45700" rIns="91425" bIns="45700" anchor="t" anchorCtr="0">
            <a:normAutofit/>
          </a:bodyPr>
          <a:lstStyle>
            <a:lvl1pPr marL="457200" marR="0" lvl="0" indent="-477519" algn="l" rtl="0">
              <a:lnSpc>
                <a:spcPct val="90000"/>
              </a:lnSpc>
              <a:spcBef>
                <a:spcPts val="1400"/>
              </a:spcBef>
              <a:spcAft>
                <a:spcPts val="0"/>
              </a:spcAft>
              <a:buClr>
                <a:schemeClr val="dk1"/>
              </a:buClr>
              <a:buSzPts val="3920"/>
              <a:buFont typeface="Arial"/>
              <a:buChar char="•"/>
              <a:defRPr sz="3920" b="0" i="0" u="none" strike="noStrike" cap="none">
                <a:solidFill>
                  <a:schemeClr val="dk1"/>
                </a:solidFill>
                <a:latin typeface="Calibri"/>
                <a:ea typeface="Calibri"/>
                <a:cs typeface="Calibri"/>
                <a:sym typeface="Calibri"/>
              </a:defRPr>
            </a:lvl1pPr>
            <a:lvl2pPr marL="914400" marR="0" lvl="1" indent="-441960" algn="l" rtl="0">
              <a:lnSpc>
                <a:spcPct val="90000"/>
              </a:lnSpc>
              <a:spcBef>
                <a:spcPts val="700"/>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2pPr>
            <a:lvl3pPr marL="1371600" marR="0" lvl="2" indent="-406400" algn="l" rtl="0">
              <a:lnSpc>
                <a:spcPct val="90000"/>
              </a:lnSpc>
              <a:spcBef>
                <a:spcPts val="7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3pPr>
            <a:lvl4pPr marL="1828800" marR="0" lvl="3" indent="-388619"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4pPr>
            <a:lvl5pPr marL="2286000" marR="0" lvl="4"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5pPr>
            <a:lvl6pPr marL="2743200" marR="0" lvl="5"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6pPr>
            <a:lvl7pPr marL="3200400" marR="0" lvl="6"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7pPr>
            <a:lvl8pPr marL="3657600" marR="0" lvl="7"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8pPr>
            <a:lvl9pPr marL="4114800" marR="0" lvl="8" indent="-388620" algn="l" rtl="0">
              <a:lnSpc>
                <a:spcPct val="90000"/>
              </a:lnSpc>
              <a:spcBef>
                <a:spcPts val="700"/>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80110" y="8898892"/>
            <a:ext cx="2880360" cy="51117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7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240530" y="8898892"/>
            <a:ext cx="4320540" cy="51117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7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9041130" y="8898892"/>
            <a:ext cx="2880360" cy="51117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79" b="0" i="0" u="none" strike="noStrike" cap="none">
                <a:solidFill>
                  <a:srgbClr val="888888"/>
                </a:solidFill>
                <a:latin typeface="Calibri"/>
                <a:ea typeface="Calibri"/>
                <a:cs typeface="Calibri"/>
                <a:sym typeface="Calibri"/>
              </a:defRPr>
            </a:lvl1pPr>
            <a:lvl2pPr marL="0" marR="0" lvl="1" indent="0" algn="r" rtl="0">
              <a:spcBef>
                <a:spcPts val="0"/>
              </a:spcBef>
              <a:buNone/>
              <a:defRPr sz="1679" b="0" i="0" u="none" strike="noStrike" cap="none">
                <a:solidFill>
                  <a:srgbClr val="888888"/>
                </a:solidFill>
                <a:latin typeface="Calibri"/>
                <a:ea typeface="Calibri"/>
                <a:cs typeface="Calibri"/>
                <a:sym typeface="Calibri"/>
              </a:defRPr>
            </a:lvl2pPr>
            <a:lvl3pPr marL="0" marR="0" lvl="2" indent="0" algn="r" rtl="0">
              <a:spcBef>
                <a:spcPts val="0"/>
              </a:spcBef>
              <a:buNone/>
              <a:defRPr sz="1679" b="0" i="0" u="none" strike="noStrike" cap="none">
                <a:solidFill>
                  <a:srgbClr val="888888"/>
                </a:solidFill>
                <a:latin typeface="Calibri"/>
                <a:ea typeface="Calibri"/>
                <a:cs typeface="Calibri"/>
                <a:sym typeface="Calibri"/>
              </a:defRPr>
            </a:lvl3pPr>
            <a:lvl4pPr marL="0" marR="0" lvl="3" indent="0" algn="r" rtl="0">
              <a:spcBef>
                <a:spcPts val="0"/>
              </a:spcBef>
              <a:buNone/>
              <a:defRPr sz="1679" b="0" i="0" u="none" strike="noStrike" cap="none">
                <a:solidFill>
                  <a:srgbClr val="888888"/>
                </a:solidFill>
                <a:latin typeface="Calibri"/>
                <a:ea typeface="Calibri"/>
                <a:cs typeface="Calibri"/>
                <a:sym typeface="Calibri"/>
              </a:defRPr>
            </a:lvl4pPr>
            <a:lvl5pPr marL="0" marR="0" lvl="4" indent="0" algn="r" rtl="0">
              <a:spcBef>
                <a:spcPts val="0"/>
              </a:spcBef>
              <a:buNone/>
              <a:defRPr sz="1679" b="0" i="0" u="none" strike="noStrike" cap="none">
                <a:solidFill>
                  <a:srgbClr val="888888"/>
                </a:solidFill>
                <a:latin typeface="Calibri"/>
                <a:ea typeface="Calibri"/>
                <a:cs typeface="Calibri"/>
                <a:sym typeface="Calibri"/>
              </a:defRPr>
            </a:lvl5pPr>
            <a:lvl6pPr marL="0" marR="0" lvl="5" indent="0" algn="r" rtl="0">
              <a:spcBef>
                <a:spcPts val="0"/>
              </a:spcBef>
              <a:buNone/>
              <a:defRPr sz="1679" b="0" i="0" u="none" strike="noStrike" cap="none">
                <a:solidFill>
                  <a:srgbClr val="888888"/>
                </a:solidFill>
                <a:latin typeface="Calibri"/>
                <a:ea typeface="Calibri"/>
                <a:cs typeface="Calibri"/>
                <a:sym typeface="Calibri"/>
              </a:defRPr>
            </a:lvl6pPr>
            <a:lvl7pPr marL="0" marR="0" lvl="6" indent="0" algn="r" rtl="0">
              <a:spcBef>
                <a:spcPts val="0"/>
              </a:spcBef>
              <a:buNone/>
              <a:defRPr sz="1679" b="0" i="0" u="none" strike="noStrike" cap="none">
                <a:solidFill>
                  <a:srgbClr val="888888"/>
                </a:solidFill>
                <a:latin typeface="Calibri"/>
                <a:ea typeface="Calibri"/>
                <a:cs typeface="Calibri"/>
                <a:sym typeface="Calibri"/>
              </a:defRPr>
            </a:lvl7pPr>
            <a:lvl8pPr marL="0" marR="0" lvl="7" indent="0" algn="r" rtl="0">
              <a:spcBef>
                <a:spcPts val="0"/>
              </a:spcBef>
              <a:buNone/>
              <a:defRPr sz="1679" b="0" i="0" u="none" strike="noStrike" cap="none">
                <a:solidFill>
                  <a:srgbClr val="888888"/>
                </a:solidFill>
                <a:latin typeface="Calibri"/>
                <a:ea typeface="Calibri"/>
                <a:cs typeface="Calibri"/>
                <a:sym typeface="Calibri"/>
              </a:defRPr>
            </a:lvl8pPr>
            <a:lvl9pPr marL="0" marR="0" lvl="8" indent="0" algn="r" rtl="0">
              <a:spcBef>
                <a:spcPts val="0"/>
              </a:spcBef>
              <a:buNone/>
              <a:defRPr sz="167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mailto:dhanya.s2023@vitstudent.ac.in"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hyperlink" Target="https://doi.org/10.1017/wtc.2025.10026" TargetMode="External"/><Relationship Id="rId10" Type="http://schemas.openxmlformats.org/officeDocument/2006/relationships/image" Target="../media/image5.jpeg"/><Relationship Id="rId4" Type="http://schemas.openxmlformats.org/officeDocument/2006/relationships/hyperlink" Target="mailto:hemila.saravanan2023@vitstudent.ac.in" TargetMode="External"/><Relationship Id="rId9"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8473736" y="1624665"/>
            <a:ext cx="4112933" cy="7686679"/>
          </a:xfrm>
          <a:prstGeom prst="rect">
            <a:avLst/>
          </a:prstGeom>
          <a:noFill/>
          <a:ln w="9525" cap="flat" cmpd="sng">
            <a:solidFill>
              <a:srgbClr val="92AAEA"/>
            </a:solidFill>
            <a:prstDash val="solid"/>
            <a:miter lim="800000"/>
            <a:headEnd type="none" w="sm" len="sm"/>
            <a:tailEnd type="none" w="sm" len="sm"/>
          </a:ln>
        </p:spPr>
        <p:txBody>
          <a:bodyPr spcFirstLastPara="1" wrap="square" lIns="91425" tIns="45700" rIns="91425" bIns="45700" anchor="t" anchorCtr="0">
            <a:spAutoFit/>
          </a:bodyPr>
          <a:lstStyle/>
          <a:p>
            <a:pPr marR="35176" algn="just"/>
            <a:r>
              <a:rPr lang="en-US" sz="1050" dirty="0">
                <a:solidFill>
                  <a:srgbClr val="231F20"/>
                </a:solidFill>
                <a:latin typeface="Times New Roman" panose="02020603050405020304" pitchFamily="18" charset="0"/>
                <a:cs typeface="Times New Roman" panose="02020603050405020304" pitchFamily="18" charset="0"/>
              </a:rPr>
              <a:t>The suggested system consists of sensing and processing modules  fitted in a wearable glove. FSR sensor is a sensor that measures the grip force and two MPU6500 sensors detect the thumb motion and posture of the wrist. ESP32 microcontroller then calculates a fatigue score out of the extracted features using a </a:t>
            </a:r>
            <a:r>
              <a:rPr lang="en-IN" sz="1050" dirty="0">
                <a:latin typeface="Times New Roman" panose="02020603050405020304" pitchFamily="18" charset="0"/>
                <a:cs typeface="Times New Roman" panose="02020603050405020304" pitchFamily="18" charset="0"/>
              </a:rPr>
              <a:t>rule-based fatigue estimation algorithm </a:t>
            </a:r>
            <a:r>
              <a:rPr lang="en-US" sz="1050" dirty="0">
                <a:solidFill>
                  <a:srgbClr val="231F20"/>
                </a:solidFill>
                <a:latin typeface="Times New Roman" panose="02020603050405020304" pitchFamily="18" charset="0"/>
                <a:cs typeface="Times New Roman" panose="02020603050405020304" pitchFamily="18" charset="0"/>
              </a:rPr>
              <a:t>. Telegram notifications are also delivered when the fatigue surpasses some set limit. </a:t>
            </a:r>
          </a:p>
          <a:p>
            <a:pPr marR="35176" algn="just"/>
            <a:endParaRPr lang="en-US" sz="1050" b="1" dirty="0">
              <a:solidFill>
                <a:srgbClr val="0070C0"/>
              </a:solidFill>
            </a:endParaRPr>
          </a:p>
          <a:p>
            <a:r>
              <a:rPr lang="en-US" sz="1050" b="1" dirty="0">
                <a:solidFill>
                  <a:srgbClr val="0070C0"/>
                </a:solidFill>
              </a:rPr>
              <a:t>RESULTS</a:t>
            </a:r>
            <a:endParaRPr lang="en-US" sz="900" b="1" dirty="0">
              <a:solidFill>
                <a:srgbClr val="0070C0"/>
              </a:solidFill>
            </a:endParaRP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lang="en-IN"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lang="en-IN" sz="1050" b="1" dirty="0">
              <a:solidFill>
                <a:srgbClr val="0070C0"/>
              </a:solidFill>
            </a:endParaRPr>
          </a:p>
          <a:p>
            <a:pPr marL="0" marR="0" lvl="0" indent="0" algn="l" rtl="0">
              <a:spcBef>
                <a:spcPts val="0"/>
              </a:spcBef>
              <a:spcAft>
                <a:spcPts val="0"/>
              </a:spcAft>
              <a:buNone/>
            </a:pPr>
            <a:endParaRPr lang="en-IN"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lang="en-IN" sz="1050" b="1" dirty="0">
              <a:solidFill>
                <a:srgbClr val="0070C0"/>
              </a:solidFill>
            </a:endParaRPr>
          </a:p>
          <a:p>
            <a:pPr marL="0" marR="0" lvl="0" indent="0" algn="l" rtl="0">
              <a:spcBef>
                <a:spcPts val="0"/>
              </a:spcBef>
              <a:spcAft>
                <a:spcPts val="0"/>
              </a:spcAft>
              <a:buNone/>
            </a:pPr>
            <a:endParaRPr lang="en-IN"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lang="en-IN" sz="1050" b="1" dirty="0">
              <a:solidFill>
                <a:srgbClr val="0070C0"/>
              </a:solidFill>
            </a:endParaRP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r>
              <a:rPr lang="en-US" sz="1050" b="1" cap="none" dirty="0">
                <a:solidFill>
                  <a:srgbClr val="0070C0"/>
                </a:solidFill>
                <a:latin typeface="Arial"/>
                <a:ea typeface="Arial"/>
                <a:cs typeface="Arial"/>
                <a:sym typeface="Arial"/>
              </a:rPr>
              <a:t>CONCLUSION</a:t>
            </a:r>
          </a:p>
          <a:p>
            <a:pPr marL="0" marR="0" lvl="0" indent="0" algn="l" rtl="0">
              <a:spcBef>
                <a:spcPts val="0"/>
              </a:spcBef>
              <a:spcAft>
                <a:spcPts val="0"/>
              </a:spcAft>
              <a:buNone/>
            </a:pPr>
            <a:endParaRPr sz="1050" b="1" cap="none" dirty="0">
              <a:solidFill>
                <a:srgbClr val="0070C0"/>
              </a:solidFill>
              <a:latin typeface="Arial"/>
              <a:ea typeface="Arial"/>
              <a:cs typeface="Arial"/>
              <a:sym typeface="Arial"/>
            </a:endParaRPr>
          </a:p>
          <a:p>
            <a:pPr lvl="3" algn="just" defTabSz="179388"/>
            <a:r>
              <a:rPr lang="en-US" sz="1050" dirty="0">
                <a:latin typeface="Times New Roman" panose="02020603050405020304" pitchFamily="18" charset="0"/>
                <a:ea typeface="Red Hat Display"/>
                <a:cs typeface="Times New Roman" panose="02020603050405020304" pitchFamily="18" charset="0"/>
                <a:sym typeface="Red Hat Display"/>
              </a:rPr>
              <a:t>	This paper presents a wearable IoT hand fatigue detector system, which was created with Force Sensitive Resistor (FSR) and two MPU6500 sensors and paired with an ESP32 microcontroller. </a:t>
            </a:r>
            <a:r>
              <a:rPr lang="en-US" sz="1050" dirty="0">
                <a:solidFill>
                  <a:srgbClr val="231F20"/>
                </a:solidFill>
                <a:latin typeface="Times New Roman" panose="02020603050405020304" pitchFamily="18" charset="0"/>
                <a:cs typeface="Times New Roman" panose="02020603050405020304" pitchFamily="18" charset="0"/>
              </a:rPr>
              <a:t>The various measures of performance include responsiveness, fatigue detection accuracy and the ability to give real-time alert and hence effective and reliable fatigue monitoring.</a:t>
            </a:r>
            <a:r>
              <a:rPr lang="en-US" sz="1050" dirty="0">
                <a:latin typeface="Times New Roman" panose="02020603050405020304" pitchFamily="18" charset="0"/>
                <a:ea typeface="Red Hat Display"/>
                <a:cs typeface="Times New Roman" panose="02020603050405020304" pitchFamily="18" charset="0"/>
                <a:sym typeface="Red Hat Display"/>
              </a:rPr>
              <a:t> Multi-sensor fusion improves detection accuracy, while Telegram alerts provide timely feedback to users. The low-cost solution promotes healthier smartphone usage habits and can be extended to gaming, workplace ergonomics, rehabilitation, and wearable healthcare applications for proactive fatigue management.</a:t>
            </a:r>
            <a:endParaRPr sz="1050" b="1" cap="none" dirty="0">
              <a:solidFill>
                <a:srgbClr val="0070C0"/>
              </a:solidFill>
              <a:latin typeface="Arial"/>
              <a:ea typeface="Arial"/>
              <a:cs typeface="Arial"/>
              <a:sym typeface="Arial"/>
            </a:endParaRPr>
          </a:p>
          <a:p>
            <a:pPr marL="0" marR="0" lvl="0" indent="0" algn="l" rtl="0">
              <a:spcBef>
                <a:spcPts val="0"/>
              </a:spcBef>
              <a:spcAft>
                <a:spcPts val="0"/>
              </a:spcAft>
              <a:buNone/>
            </a:pPr>
            <a:endParaRPr lang="en-US" sz="1050" b="1" cap="none" dirty="0">
              <a:solidFill>
                <a:srgbClr val="0070C0"/>
              </a:solidFill>
              <a:latin typeface="Arial"/>
              <a:ea typeface="Arial"/>
              <a:cs typeface="Arial"/>
              <a:sym typeface="Arial"/>
            </a:endParaRPr>
          </a:p>
          <a:p>
            <a:pPr marL="0" marR="0" lvl="0" indent="0" algn="l" rtl="0">
              <a:spcBef>
                <a:spcPts val="0"/>
              </a:spcBef>
              <a:spcAft>
                <a:spcPts val="0"/>
              </a:spcAft>
              <a:buNone/>
            </a:pPr>
            <a:r>
              <a:rPr lang="en-US" sz="1050" b="1" cap="none" dirty="0">
                <a:solidFill>
                  <a:srgbClr val="0070C0"/>
                </a:solidFill>
                <a:latin typeface="Arial"/>
                <a:ea typeface="Arial"/>
                <a:cs typeface="Arial"/>
                <a:sym typeface="Arial"/>
              </a:rPr>
              <a:t>CONTACT DETAILS</a:t>
            </a:r>
          </a:p>
          <a:p>
            <a:pPr marL="0" marR="0" lvl="0" indent="0" algn="l" rtl="0">
              <a:spcBef>
                <a:spcPts val="0"/>
              </a:spcBef>
              <a:spcAft>
                <a:spcPts val="0"/>
              </a:spcAft>
              <a:buNone/>
            </a:pPr>
            <a:endParaRPr lang="en-US" sz="1050" b="1" dirty="0">
              <a:solidFill>
                <a:srgbClr val="0070C0"/>
              </a:solidFill>
            </a:endParaRPr>
          </a:p>
          <a:p>
            <a:pPr lvl="0"/>
            <a:r>
              <a:rPr lang="en-US" sz="1050" b="1" dirty="0">
                <a:solidFill>
                  <a:srgbClr val="0070C0"/>
                </a:solidFill>
              </a:rPr>
              <a:t>MAIL ID: </a:t>
            </a:r>
            <a:r>
              <a:rPr lang="en-IN" sz="1050" u="sng" dirty="0">
                <a:hlinkClick r:id="rId3"/>
              </a:rPr>
              <a:t>dhanya.s2023@vitstudent.ac.in</a:t>
            </a:r>
            <a:endParaRPr lang="en-US" sz="1050" b="1" dirty="0">
              <a:solidFill>
                <a:srgbClr val="0070C0"/>
              </a:solidFill>
            </a:endParaRPr>
          </a:p>
          <a:p>
            <a:pPr marL="0" marR="0" lvl="0" indent="0" algn="l" rtl="0">
              <a:spcBef>
                <a:spcPts val="0"/>
              </a:spcBef>
              <a:spcAft>
                <a:spcPts val="0"/>
              </a:spcAft>
              <a:buNone/>
            </a:pPr>
            <a:r>
              <a:rPr lang="en-US" sz="1050" b="1" cap="none" dirty="0">
                <a:solidFill>
                  <a:srgbClr val="0070C0"/>
                </a:solidFill>
                <a:latin typeface="Arial"/>
                <a:ea typeface="Arial"/>
                <a:cs typeface="Arial"/>
                <a:sym typeface="Arial"/>
              </a:rPr>
              <a:t>MOBILE NO: </a:t>
            </a:r>
            <a:r>
              <a:rPr lang="en-US" sz="1050" b="1" cap="none" dirty="0">
                <a:solidFill>
                  <a:srgbClr val="0070C0"/>
                </a:solidFill>
                <a:sym typeface="Arial"/>
              </a:rPr>
              <a:t>+</a:t>
            </a:r>
            <a:r>
              <a:rPr lang="en-US" sz="1050" b="1" dirty="0">
                <a:solidFill>
                  <a:srgbClr val="0070C0"/>
                </a:solidFill>
              </a:rPr>
              <a:t>91 9445964855</a:t>
            </a:r>
            <a:endParaRPr lang="en-US" sz="1050" b="1" cap="none" dirty="0">
              <a:solidFill>
                <a:srgbClr val="0070C0"/>
              </a:solidFill>
              <a:sym typeface="Arial"/>
            </a:endParaRPr>
          </a:p>
          <a:p>
            <a:pPr lvl="0"/>
            <a:r>
              <a:rPr lang="en-US" sz="1050" b="1" dirty="0">
                <a:solidFill>
                  <a:srgbClr val="0070C0"/>
                </a:solidFill>
              </a:rPr>
              <a:t>MAIL ID: </a:t>
            </a:r>
            <a:r>
              <a:rPr lang="en-IN" sz="1050" u="sng" dirty="0">
                <a:hlinkClick r:id="rId4"/>
              </a:rPr>
              <a:t>hemila.saravanan2023@vitstudent.ac.in</a:t>
            </a:r>
            <a:endParaRPr lang="en-IN" sz="1050" u="sng" dirty="0"/>
          </a:p>
          <a:p>
            <a:pPr lvl="0"/>
            <a:r>
              <a:rPr lang="en-US" sz="1050" b="1" dirty="0">
                <a:solidFill>
                  <a:srgbClr val="0070C0"/>
                </a:solidFill>
              </a:rPr>
              <a:t>MOBILE NO: +91 9677235962</a:t>
            </a:r>
          </a:p>
          <a:p>
            <a:pPr marL="0" marR="0" lvl="0" indent="0" algn="l" rtl="0">
              <a:spcBef>
                <a:spcPts val="0"/>
              </a:spcBef>
              <a:spcAft>
                <a:spcPts val="0"/>
              </a:spcAft>
              <a:buNone/>
            </a:pPr>
            <a:endParaRPr lang="en-US" sz="1050" b="1" cap="none" dirty="0">
              <a:solidFill>
                <a:srgbClr val="0070C0"/>
              </a:solidFill>
              <a:latin typeface="Arial"/>
              <a:ea typeface="Arial"/>
              <a:cs typeface="Arial"/>
              <a:sym typeface="Arial"/>
            </a:endParaRPr>
          </a:p>
          <a:p>
            <a:pPr marL="0" marR="0" lvl="0" indent="0" algn="l" rtl="0">
              <a:spcBef>
                <a:spcPts val="0"/>
              </a:spcBef>
              <a:spcAft>
                <a:spcPts val="0"/>
              </a:spcAft>
              <a:buNone/>
            </a:pPr>
            <a:r>
              <a:rPr lang="en-US" sz="1050" b="1" cap="none" dirty="0">
                <a:solidFill>
                  <a:srgbClr val="0070C0"/>
                </a:solidFill>
                <a:latin typeface="Arial"/>
                <a:ea typeface="Arial"/>
                <a:cs typeface="Arial"/>
                <a:sym typeface="Arial"/>
              </a:rPr>
              <a:t>REFERENCES</a:t>
            </a:r>
          </a:p>
          <a:p>
            <a:pPr marL="0" marR="0" lvl="0" indent="0" algn="l" rtl="0">
              <a:spcBef>
                <a:spcPts val="0"/>
              </a:spcBef>
              <a:spcAft>
                <a:spcPts val="0"/>
              </a:spcAft>
              <a:buNone/>
            </a:pPr>
            <a:endParaRPr lang="en-US" sz="1050" b="0" i="0" u="none" strike="noStrike" dirty="0">
              <a:solidFill>
                <a:srgbClr val="000000"/>
              </a:solidFill>
              <a:latin typeface="Times New Roman"/>
              <a:ea typeface="Times New Roman"/>
              <a:cs typeface="Times New Roman"/>
              <a:sym typeface="Times New Roman"/>
            </a:endParaRPr>
          </a:p>
          <a:p>
            <a:r>
              <a:rPr lang="en-US" sz="1050" b="0" i="0" u="none" strike="noStrike" dirty="0">
                <a:solidFill>
                  <a:srgbClr val="000000"/>
                </a:solidFill>
                <a:latin typeface="Times New Roman"/>
                <a:ea typeface="Times New Roman"/>
                <a:cs typeface="Times New Roman"/>
                <a:sym typeface="Times New Roman"/>
              </a:rPr>
              <a:t> </a:t>
            </a:r>
            <a:r>
              <a:rPr lang="en-IN" sz="1050" dirty="0">
                <a:latin typeface="Times New Roman" panose="02020603050405020304" pitchFamily="18" charset="0"/>
                <a:cs typeface="Times New Roman" panose="02020603050405020304" pitchFamily="18" charset="0"/>
              </a:rPr>
              <a:t>[1] </a:t>
            </a:r>
            <a:r>
              <a:rPr lang="en-US" sz="1050" dirty="0">
                <a:latin typeface="Times New Roman" panose="02020603050405020304" pitchFamily="18" charset="0"/>
                <a:cs typeface="Times New Roman" panose="02020603050405020304" pitchFamily="18" charset="0"/>
              </a:rPr>
              <a:t>Matteo Musso, Shaoping Bai, Anderson Souza Oliveira, Using a wearable system combining inertial and force sensing for simultaneous detection of limb motion and grasping actions in the workplace, </a:t>
            </a:r>
            <a:r>
              <a:rPr lang="en-US" sz="1050" i="1" dirty="0">
                <a:latin typeface="Times New Roman" panose="02020603050405020304" pitchFamily="18" charset="0"/>
                <a:cs typeface="Times New Roman" panose="02020603050405020304" pitchFamily="18" charset="0"/>
              </a:rPr>
              <a:t>Sensors</a:t>
            </a:r>
            <a:r>
              <a:rPr lang="en-US" sz="1050" dirty="0">
                <a:latin typeface="Times New Roman" panose="02020603050405020304" pitchFamily="18" charset="0"/>
                <a:cs typeface="Times New Roman" panose="02020603050405020304" pitchFamily="18" charset="0"/>
              </a:rPr>
              <a:t>, </a:t>
            </a:r>
            <a:r>
              <a:rPr lang="en-US" sz="1050" b="1" dirty="0">
                <a:latin typeface="Times New Roman" panose="02020603050405020304" pitchFamily="18" charset="0"/>
                <a:cs typeface="Times New Roman" panose="02020603050405020304" pitchFamily="18" charset="0"/>
              </a:rPr>
              <a:t>25</a:t>
            </a:r>
            <a:r>
              <a:rPr lang="en-US" sz="1050" dirty="0">
                <a:latin typeface="Times New Roman" panose="02020603050405020304" pitchFamily="18" charset="0"/>
                <a:cs typeface="Times New Roman" panose="02020603050405020304" pitchFamily="18" charset="0"/>
              </a:rPr>
              <a:t> (2025). </a:t>
            </a:r>
            <a:r>
              <a:rPr lang="en-US" sz="1050" u="sng" dirty="0">
                <a:latin typeface="Times New Roman" panose="02020603050405020304" pitchFamily="18" charset="0"/>
                <a:cs typeface="Times New Roman" panose="02020603050405020304" pitchFamily="18" charset="0"/>
                <a:hlinkClick r:id="rId5"/>
              </a:rPr>
              <a:t>https://doi.org/10.1017/wtc.2025.10026</a:t>
            </a:r>
            <a:r>
              <a:rPr lang="en-US" sz="1050" dirty="0">
                <a:latin typeface="Times New Roman" panose="02020603050405020304" pitchFamily="18" charset="0"/>
                <a:cs typeface="Times New Roman" panose="02020603050405020304" pitchFamily="18" charset="0"/>
              </a:rPr>
              <a:t> </a:t>
            </a:r>
            <a:endParaRPr lang="en-IN" sz="1050" dirty="0">
              <a:latin typeface="Times New Roman" panose="02020603050405020304" pitchFamily="18" charset="0"/>
              <a:cs typeface="Times New Roman" panose="02020603050405020304" pitchFamily="18" charset="0"/>
            </a:endParaRPr>
          </a:p>
        </p:txBody>
      </p:sp>
      <p:sp>
        <p:nvSpPr>
          <p:cNvPr id="85" name="Google Shape;85;p1"/>
          <p:cNvSpPr/>
          <p:nvPr/>
        </p:nvSpPr>
        <p:spPr>
          <a:xfrm>
            <a:off x="-11341" y="-105278"/>
            <a:ext cx="12801600" cy="1559171"/>
          </a:xfrm>
          <a:custGeom>
            <a:avLst/>
            <a:gdLst/>
            <a:ahLst/>
            <a:cxnLst/>
            <a:rect l="l" t="t" r="r" b="b"/>
            <a:pathLst>
              <a:path w="20104100" h="2233930" extrusionOk="0">
                <a:moveTo>
                  <a:pt x="0" y="2233788"/>
                </a:moveTo>
                <a:lnTo>
                  <a:pt x="20104099" y="2233788"/>
                </a:lnTo>
                <a:lnTo>
                  <a:pt x="20104099" y="0"/>
                </a:lnTo>
                <a:lnTo>
                  <a:pt x="0" y="0"/>
                </a:lnTo>
                <a:lnTo>
                  <a:pt x="0" y="2233788"/>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7" dirty="0">
              <a:solidFill>
                <a:schemeClr val="dk1"/>
              </a:solidFill>
              <a:latin typeface="Calibri"/>
              <a:ea typeface="Calibri"/>
              <a:cs typeface="Calibri"/>
              <a:sym typeface="Calibri"/>
            </a:endParaRPr>
          </a:p>
        </p:txBody>
      </p:sp>
      <p:sp>
        <p:nvSpPr>
          <p:cNvPr id="86" name="Google Shape;86;p1"/>
          <p:cNvSpPr txBox="1"/>
          <p:nvPr/>
        </p:nvSpPr>
        <p:spPr>
          <a:xfrm>
            <a:off x="3492998" y="-39498"/>
            <a:ext cx="9186767" cy="559804"/>
          </a:xfrm>
          <a:prstGeom prst="rect">
            <a:avLst/>
          </a:prstGeom>
          <a:noFill/>
          <a:ln>
            <a:noFill/>
          </a:ln>
        </p:spPr>
        <p:txBody>
          <a:bodyPr spcFirstLastPara="1" wrap="square" lIns="0" tIns="5750" rIns="0" bIns="0" anchor="b" anchorCtr="0">
            <a:spAutoFit/>
          </a:bodyPr>
          <a:lstStyle/>
          <a:p>
            <a:pPr algn="ctr"/>
            <a:r>
              <a:rPr lang="en-US" sz="1800" b="1" dirty="0"/>
              <a:t> Wearable IOT System for Real-Time Hand Fatigue Detection </a:t>
            </a:r>
          </a:p>
          <a:p>
            <a:pPr algn="ctr"/>
            <a:r>
              <a:rPr lang="en-US" sz="1800" b="1" dirty="0"/>
              <a:t>using MPU6500 sensor during smartphone use</a:t>
            </a:r>
            <a:endParaRPr sz="2400" b="1" u="none" cap="none" dirty="0">
              <a:solidFill>
                <a:schemeClr val="lt1"/>
              </a:solidFill>
              <a:latin typeface="Arial"/>
              <a:ea typeface="Arial"/>
              <a:cs typeface="Arial"/>
              <a:sym typeface="Arial"/>
            </a:endParaRPr>
          </a:p>
        </p:txBody>
      </p:sp>
      <p:sp>
        <p:nvSpPr>
          <p:cNvPr id="87" name="Google Shape;87;p1"/>
          <p:cNvSpPr txBox="1"/>
          <p:nvPr/>
        </p:nvSpPr>
        <p:spPr>
          <a:xfrm>
            <a:off x="3906786" y="752055"/>
            <a:ext cx="7251246" cy="188001"/>
          </a:xfrm>
          <a:prstGeom prst="rect">
            <a:avLst/>
          </a:prstGeom>
          <a:noFill/>
          <a:ln>
            <a:noFill/>
          </a:ln>
        </p:spPr>
        <p:txBody>
          <a:bodyPr spcFirstLastPara="1" wrap="square" lIns="0" tIns="7875" rIns="0" bIns="0" anchor="t" anchorCtr="0">
            <a:spAutoFit/>
          </a:bodyPr>
          <a:lstStyle/>
          <a:p>
            <a:pPr marL="6065" lvl="0" algn="ctr"/>
            <a:r>
              <a:rPr lang="en-US" sz="1167" dirty="0" err="1">
                <a:solidFill>
                  <a:srgbClr val="FFFFFF"/>
                </a:solidFill>
                <a:latin typeface="Arial"/>
                <a:ea typeface="Arial"/>
                <a:cs typeface="Arial"/>
                <a:sym typeface="Arial"/>
              </a:rPr>
              <a:t>Dr.S.Pavithra</a:t>
            </a:r>
            <a:r>
              <a:rPr lang="en-US" sz="1167" dirty="0">
                <a:solidFill>
                  <a:srgbClr val="FFFFFF"/>
                </a:solidFill>
                <a:latin typeface="Arial"/>
                <a:ea typeface="Arial"/>
                <a:cs typeface="Arial"/>
                <a:sym typeface="Arial"/>
              </a:rPr>
              <a:t>  Dhanya S – </a:t>
            </a:r>
            <a:r>
              <a:rPr lang="en-US" sz="1167" dirty="0" err="1">
                <a:solidFill>
                  <a:srgbClr val="FFFFFF"/>
                </a:solidFill>
                <a:latin typeface="Arial"/>
                <a:ea typeface="Arial"/>
                <a:cs typeface="Arial"/>
                <a:sym typeface="Arial"/>
              </a:rPr>
              <a:t>23MIA1010</a:t>
            </a:r>
            <a:r>
              <a:rPr lang="en-US" sz="1167" dirty="0">
                <a:solidFill>
                  <a:srgbClr val="FFFFFF"/>
                </a:solidFill>
                <a:latin typeface="Arial"/>
                <a:ea typeface="Arial"/>
                <a:cs typeface="Arial"/>
                <a:sym typeface="Arial"/>
              </a:rPr>
              <a:t> Hemila </a:t>
            </a:r>
            <a:r>
              <a:rPr lang="en-IN" sz="1170" dirty="0">
                <a:solidFill>
                  <a:schemeClr val="bg1"/>
                </a:solidFill>
              </a:rPr>
              <a:t>Saravanan </a:t>
            </a:r>
            <a:r>
              <a:rPr lang="en-US" sz="1167" dirty="0">
                <a:solidFill>
                  <a:srgbClr val="FFFFFF"/>
                </a:solidFill>
                <a:latin typeface="Arial"/>
                <a:ea typeface="Arial"/>
                <a:cs typeface="Arial"/>
                <a:sym typeface="Arial"/>
              </a:rPr>
              <a:t> – 23MIA1048 </a:t>
            </a:r>
            <a:endParaRPr sz="1167" dirty="0">
              <a:solidFill>
                <a:schemeClr val="dk1"/>
              </a:solidFill>
              <a:latin typeface="Arial"/>
              <a:ea typeface="Arial"/>
              <a:cs typeface="Arial"/>
              <a:sym typeface="Arial"/>
            </a:endParaRPr>
          </a:p>
        </p:txBody>
      </p:sp>
      <p:sp>
        <p:nvSpPr>
          <p:cNvPr id="90" name="Google Shape;90;p1"/>
          <p:cNvSpPr txBox="1"/>
          <p:nvPr/>
        </p:nvSpPr>
        <p:spPr>
          <a:xfrm>
            <a:off x="3812861" y="1003333"/>
            <a:ext cx="7873610" cy="290080"/>
          </a:xfrm>
          <a:prstGeom prst="rect">
            <a:avLst/>
          </a:prstGeom>
          <a:noFill/>
          <a:ln>
            <a:noFill/>
          </a:ln>
        </p:spPr>
        <p:txBody>
          <a:bodyPr spcFirstLastPara="1" wrap="square" lIns="0" tIns="7875" rIns="0" bIns="0" anchor="t" anchorCtr="0">
            <a:spAutoFit/>
          </a:bodyPr>
          <a:lstStyle/>
          <a:p>
            <a:pPr algn="ctr">
              <a:lnSpc>
                <a:spcPts val="2213"/>
              </a:lnSpc>
            </a:pPr>
            <a:r>
              <a:rPr lang="en-US" sz="1200" b="1" dirty="0">
                <a:latin typeface="Times New Roman" pitchFamily="18" charset="0"/>
                <a:ea typeface="Arimo"/>
                <a:cs typeface="Times New Roman" pitchFamily="18" charset="0"/>
                <a:sym typeface="Arimo"/>
              </a:rPr>
              <a:t>Vellore Institute of Technology Chennai, India, School of Computer Science and Engineering </a:t>
            </a:r>
          </a:p>
        </p:txBody>
      </p:sp>
      <p:sp>
        <p:nvSpPr>
          <p:cNvPr id="91" name="Google Shape;91;p1"/>
          <p:cNvSpPr txBox="1"/>
          <p:nvPr/>
        </p:nvSpPr>
        <p:spPr>
          <a:xfrm>
            <a:off x="85608" y="1602266"/>
            <a:ext cx="4048200" cy="7722715"/>
          </a:xfrm>
          <a:prstGeom prst="rect">
            <a:avLst/>
          </a:prstGeom>
          <a:noFill/>
          <a:ln w="9525" cap="flat" cmpd="sng">
            <a:solidFill>
              <a:srgbClr val="92AAEA"/>
            </a:solidFill>
            <a:prstDash val="solid"/>
            <a:miter lim="800000"/>
            <a:headEnd type="none" w="sm" len="sm"/>
            <a:tailEnd type="none" w="sm" len="sm"/>
          </a:ln>
        </p:spPr>
        <p:txBody>
          <a:bodyPr spcFirstLastPara="1" wrap="square" lIns="91425" tIns="45700" rIns="91425" bIns="45700" anchor="t" anchorCtr="0">
            <a:spAutoFit/>
          </a:bodyPr>
          <a:lstStyle/>
          <a:p>
            <a:pPr marL="0" marR="35176" lvl="0" indent="0" algn="l" rtl="0">
              <a:lnSpc>
                <a:spcPct val="100000"/>
              </a:lnSpc>
              <a:spcBef>
                <a:spcPts val="0"/>
              </a:spcBef>
              <a:spcAft>
                <a:spcPts val="0"/>
              </a:spcAft>
              <a:buNone/>
            </a:pPr>
            <a:r>
              <a:rPr lang="en-US" sz="1167" b="1" cap="none" dirty="0">
                <a:solidFill>
                  <a:srgbClr val="0070C0"/>
                </a:solidFill>
                <a:latin typeface="Times New Roman" panose="02020603050405020304" pitchFamily="18" charset="0"/>
                <a:cs typeface="Times New Roman" panose="02020603050405020304" pitchFamily="18" charset="0"/>
                <a:sym typeface="Arial"/>
              </a:rPr>
              <a:t>MOTIVATION / INTRODUCTION</a:t>
            </a:r>
            <a:endParaRPr dirty="0">
              <a:latin typeface="Times New Roman" panose="02020603050405020304" pitchFamily="18" charset="0"/>
              <a:cs typeface="Times New Roman" panose="02020603050405020304" pitchFamily="18" charset="0"/>
            </a:endParaRPr>
          </a:p>
          <a:p>
            <a:pPr marL="0" marR="35176" lvl="0" indent="0" algn="l" rtl="0">
              <a:spcBef>
                <a:spcPts val="0"/>
              </a:spcBef>
              <a:spcAft>
                <a:spcPts val="0"/>
              </a:spcAft>
              <a:buNone/>
            </a:pPr>
            <a:endParaRPr sz="1167" b="1" cap="none" dirty="0">
              <a:solidFill>
                <a:srgbClr val="0070C0"/>
              </a:solidFill>
              <a:latin typeface="Times New Roman" panose="02020603050405020304" pitchFamily="18" charset="0"/>
              <a:cs typeface="Times New Roman" panose="02020603050405020304" pitchFamily="18" charset="0"/>
              <a:sym typeface="Arial"/>
            </a:endParaRPr>
          </a:p>
          <a:p>
            <a:pPr marL="171450" lvl="0" indent="-171450" algn="just">
              <a:buClr>
                <a:schemeClr val="dk1"/>
              </a:buClr>
              <a:buSzPts val="1800"/>
              <a:buFont typeface="Arial" panose="020B0604020202020204" pitchFamily="34" charset="0"/>
              <a:buChar char="•"/>
            </a:pPr>
            <a:r>
              <a:rPr lang="en-US" sz="1050" dirty="0">
                <a:solidFill>
                  <a:schemeClr val="dk1"/>
                </a:solidFill>
                <a:latin typeface="Times New Roman" panose="02020603050405020304" pitchFamily="18" charset="0"/>
                <a:ea typeface="Times New Roman"/>
                <a:cs typeface="Times New Roman" panose="02020603050405020304" pitchFamily="18" charset="0"/>
                <a:sym typeface="Times New Roman"/>
              </a:rPr>
              <a:t>Raising the Smartphone User-base and Health Impact: The continued use of smartphones in the digital age has become an inevitable aspect of life. Repeated use of smartphones by scrolling and texting on them, and holding them, are very likely to expose people to musculoskeletal disorders, hand fatigue, tendon inflammation, and the initial signs of carpal tunnel syndrome.</a:t>
            </a:r>
          </a:p>
          <a:p>
            <a:pPr marL="171450" lvl="0" indent="-171450" algn="just">
              <a:buClr>
                <a:schemeClr val="dk1"/>
              </a:buClr>
              <a:buSzPts val="1800"/>
              <a:buFont typeface="Arial" panose="020B0604020202020204" pitchFamily="34" charset="0"/>
              <a:buChar char="•"/>
            </a:pPr>
            <a:r>
              <a:rPr lang="en-US" sz="1050" dirty="0">
                <a:solidFill>
                  <a:schemeClr val="dk1"/>
                </a:solidFill>
                <a:latin typeface="Times New Roman" panose="02020603050405020304" pitchFamily="18" charset="0"/>
                <a:ea typeface="Times New Roman"/>
                <a:cs typeface="Times New Roman" panose="02020603050405020304" pitchFamily="18" charset="0"/>
                <a:sym typeface="Times New Roman"/>
              </a:rPr>
              <a:t>Weaknesses of Traditional Fatigue Detection Methods: The conventional ways of detecting fatigue are based on the use of laboratory-based devices that include motion capture and electromyography (EMG) which have a high cost, are complex and cannot be used in real time in monitoring fatigue.  </a:t>
            </a:r>
          </a:p>
          <a:p>
            <a:pPr marL="171450" lvl="0" indent="-171450" algn="just">
              <a:buClr>
                <a:schemeClr val="dk1"/>
              </a:buClr>
              <a:buSzPts val="1800"/>
              <a:buFont typeface="Arial" panose="020B0604020202020204" pitchFamily="34" charset="0"/>
              <a:buChar char="•"/>
            </a:pPr>
            <a:r>
              <a:rPr lang="en-US" sz="1050" dirty="0">
                <a:solidFill>
                  <a:schemeClr val="dk1"/>
                </a:solidFill>
                <a:latin typeface="Times New Roman" panose="02020603050405020304" pitchFamily="18" charset="0"/>
                <a:ea typeface="Times New Roman"/>
                <a:cs typeface="Times New Roman" panose="02020603050405020304" pitchFamily="18" charset="0"/>
                <a:sym typeface="Times New Roman"/>
              </a:rPr>
              <a:t>Wearable IoT and Multi-Sensor Fusion: The suggested system consists of the integration of Force Sensitive Resistor (FSR) and dual MPU6500 IMU sensors with ESP32 microcontroller to track the grip force, thumb motion, and the wrist position. </a:t>
            </a:r>
          </a:p>
          <a:p>
            <a:pPr lvl="0" algn="just">
              <a:buClr>
                <a:schemeClr val="dk1"/>
              </a:buClr>
              <a:buSzPts val="1800"/>
            </a:pPr>
            <a:endParaRPr lang="en-US" sz="105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just">
              <a:buClr>
                <a:schemeClr val="dk1"/>
              </a:buClr>
              <a:buSzPts val="1800"/>
            </a:pPr>
            <a:r>
              <a:rPr lang="en-US" sz="1050" b="1" cap="none" dirty="0">
                <a:solidFill>
                  <a:srgbClr val="0070C0"/>
                </a:solidFill>
                <a:latin typeface="Times New Roman" panose="02020603050405020304" pitchFamily="18" charset="0"/>
                <a:cs typeface="Times New Roman" panose="02020603050405020304" pitchFamily="18" charset="0"/>
                <a:sym typeface="Arial"/>
              </a:rPr>
              <a:t>OBJECTIVES</a:t>
            </a:r>
            <a:endParaRPr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1050" b="1" cap="none" dirty="0">
              <a:solidFill>
                <a:srgbClr val="0070C0"/>
              </a:solidFill>
              <a:latin typeface="Times New Roman" panose="02020603050405020304" pitchFamily="18" charset="0"/>
              <a:cs typeface="Times New Roman" panose="02020603050405020304" pitchFamily="18" charset="0"/>
              <a:sym typeface="Arial"/>
            </a:endParaRPr>
          </a:p>
          <a:p>
            <a:pPr lvl="0" indent="-66675" algn="just">
              <a:buSzPts val="1050"/>
              <a:buFont typeface="Arial"/>
              <a:buChar char="•"/>
            </a:pPr>
            <a:r>
              <a:rPr lang="en-US" sz="1050" dirty="0">
                <a:latin typeface="Times New Roman" panose="02020603050405020304" pitchFamily="18" charset="0"/>
                <a:ea typeface="Tahoma" panose="020B0604030504040204" pitchFamily="34" charset="0"/>
                <a:cs typeface="Times New Roman" panose="02020603050405020304" pitchFamily="18" charset="0"/>
              </a:rPr>
              <a:t>Design an IoT-based wearable that can detect hand fatigue in real time when using a smartphone over long periods of time. </a:t>
            </a:r>
          </a:p>
          <a:p>
            <a:pPr lvl="0" algn="just">
              <a:buSzPts val="1050"/>
            </a:pPr>
            <a:r>
              <a:rPr lang="en-US" sz="1050" dirty="0">
                <a:latin typeface="Times New Roman" panose="02020603050405020304" pitchFamily="18" charset="0"/>
                <a:ea typeface="Tahoma" panose="020B0604030504040204" pitchFamily="34" charset="0"/>
                <a:cs typeface="Times New Roman" panose="02020603050405020304" pitchFamily="18" charset="0"/>
              </a:rPr>
              <a:t>• Perform multi- sensor fusion with FSR sensors and dual MPU6500 IMU sensors to measure grip force, thumb movement as well as wrist posture. </a:t>
            </a:r>
          </a:p>
          <a:p>
            <a:pPr lvl="0" indent="-66675" algn="just">
              <a:buSzPts val="1050"/>
              <a:buFont typeface="Arial"/>
              <a:buChar char="•"/>
            </a:pPr>
            <a:r>
              <a:rPr lang="en-US" sz="1050" dirty="0">
                <a:latin typeface="Times New Roman" panose="02020603050405020304" pitchFamily="18" charset="0"/>
                <a:ea typeface="Tahoma" panose="020B0604030504040204" pitchFamily="34" charset="0"/>
                <a:cs typeface="Times New Roman" panose="02020603050405020304" pitchFamily="18" charset="0"/>
              </a:rPr>
              <a:t>Design a fast fatigue estimation algorithm to estimate the fatigue score based on grip force, motion variability and the time of use.</a:t>
            </a:r>
          </a:p>
          <a:p>
            <a:pPr lvl="0" algn="just">
              <a:buSzPts val="1050"/>
            </a:pPr>
            <a:r>
              <a:rPr lang="en-US" sz="1050" dirty="0">
                <a:latin typeface="Times New Roman" panose="02020603050405020304" pitchFamily="18" charset="0"/>
                <a:ea typeface="Tahoma" panose="020B0604030504040204" pitchFamily="34" charset="0"/>
                <a:cs typeface="Times New Roman" panose="02020603050405020304" pitchFamily="18" charset="0"/>
              </a:rPr>
              <a:t>• To ensure that fatigue levels are not allowed to reach certain pre-determined levels, install real-time alert systems through the use of Telegram notifications to alert users. </a:t>
            </a:r>
          </a:p>
          <a:p>
            <a:pPr lvl="0" algn="just">
              <a:buSzPts val="1050"/>
            </a:pPr>
            <a:r>
              <a:rPr lang="en-US" sz="1050" dirty="0">
                <a:latin typeface="Times New Roman" panose="02020603050405020304" pitchFamily="18" charset="0"/>
                <a:cs typeface="Times New Roman" panose="02020603050405020304" pitchFamily="18" charset="0"/>
              </a:rPr>
              <a:t>• Promote ergonomic smartphone usage habits and prevent long-term musculoskeletal disorders.</a:t>
            </a:r>
            <a:endParaRPr lang="en-US" sz="1050" dirty="0">
              <a:latin typeface="Times New Roman" panose="02020603050405020304" pitchFamily="18" charset="0"/>
              <a:ea typeface="Tahoma" panose="020B0604030504040204" pitchFamily="34" charset="0"/>
              <a:cs typeface="Times New Roman" panose="02020603050405020304" pitchFamily="18" charset="0"/>
            </a:endParaRPr>
          </a:p>
          <a:p>
            <a:pPr lvl="0" algn="just">
              <a:buSzPts val="1050"/>
            </a:pPr>
            <a:endParaRPr lang="en-US" sz="1050" b="1" cap="none" dirty="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Arial"/>
            </a:endParaRPr>
          </a:p>
          <a:p>
            <a:pPr lvl="0" algn="just">
              <a:buSzPts val="1050"/>
            </a:pPr>
            <a:r>
              <a:rPr lang="en-US" sz="1050" b="1" cap="none" dirty="0">
                <a:solidFill>
                  <a:srgbClr val="0070C0"/>
                </a:solidFill>
                <a:latin typeface="Times New Roman" panose="02020603050405020304" pitchFamily="18" charset="0"/>
                <a:cs typeface="Times New Roman" panose="02020603050405020304" pitchFamily="18" charset="0"/>
                <a:sym typeface="Arial"/>
              </a:rPr>
              <a:t>SCOPE OF THE PROJECT</a:t>
            </a:r>
            <a:endParaRPr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1050" b="1" cap="none" dirty="0">
              <a:solidFill>
                <a:srgbClr val="0070C0"/>
              </a:solidFill>
              <a:latin typeface="Times New Roman" panose="02020603050405020304" pitchFamily="18" charset="0"/>
              <a:cs typeface="Times New Roman" panose="02020603050405020304" pitchFamily="18" charset="0"/>
              <a:sym typeface="Arial"/>
            </a:endParaRPr>
          </a:p>
          <a:p>
            <a:pPr lvl="0" algn="just">
              <a:tabLst>
                <a:tab pos="177800" algn="l"/>
              </a:tabLst>
            </a:pPr>
            <a:r>
              <a:rPr lang="en-US" sz="1050" dirty="0">
                <a:solidFill>
                  <a:srgbClr val="231F20"/>
                </a:solidFill>
                <a:latin typeface="Times New Roman" panose="02020603050405020304" pitchFamily="18" charset="0"/>
                <a:cs typeface="Times New Roman" panose="02020603050405020304" pitchFamily="18" charset="0"/>
              </a:rPr>
              <a:t>	 This project requires the design of a wearable IoT-enabled glove that can be used to monitor the fatigue of the hands in real-time when using a smartphone. Grip force, wrist posture, and thumb motion are measured by embedded sensors, and the data is processed locally with an ESP32 microcontroller in the system. An algorithm of fatigue estimation assesses sustained grip, repetitive movement of the thumb, variability of the wrist, and usage duration to calculate a fatigue score. Telegram notifications are used to send real-time alerts to motivate people to use the app healthier. The system offers a low-priced, wearable, and scalable system to detect early fatigue. It can be applied to the gaming, workplace ergonomics, rehabilitation monitoring, and smart wearable healthcare applications.</a:t>
            </a:r>
            <a:endParaRPr sz="1050" b="1" cap="none" dirty="0">
              <a:solidFill>
                <a:srgbClr val="0070C0"/>
              </a:solidFill>
              <a:latin typeface="Times New Roman" panose="02020603050405020304" pitchFamily="18" charset="0"/>
              <a:cs typeface="Times New Roman" panose="02020603050405020304" pitchFamily="18" charset="0"/>
              <a:sym typeface="Arial"/>
            </a:endParaRPr>
          </a:p>
        </p:txBody>
      </p:sp>
      <p:sp>
        <p:nvSpPr>
          <p:cNvPr id="92" name="Google Shape;92;p1"/>
          <p:cNvSpPr txBox="1"/>
          <p:nvPr/>
        </p:nvSpPr>
        <p:spPr>
          <a:xfrm>
            <a:off x="4227124" y="1624665"/>
            <a:ext cx="4113000" cy="7776576"/>
          </a:xfrm>
          <a:prstGeom prst="rect">
            <a:avLst/>
          </a:prstGeom>
          <a:noFill/>
          <a:ln w="9525" cap="flat" cmpd="sng">
            <a:solidFill>
              <a:srgbClr val="92AAEA"/>
            </a:solidFill>
            <a:prstDash val="solid"/>
            <a:miter lim="800000"/>
            <a:headEnd type="none" w="sm" len="sm"/>
            <a:tailEnd type="none" w="sm" len="sm"/>
          </a:ln>
        </p:spPr>
        <p:txBody>
          <a:bodyPr spcFirstLastPara="1" wrap="square" lIns="91425" tIns="45700" rIns="91425" bIns="45700" anchor="t" anchorCtr="0">
            <a:spAutoFit/>
          </a:bodyPr>
          <a:lstStyle/>
          <a:p>
            <a:pPr marL="0" marR="35176" lvl="0" indent="0" algn="just" rtl="0">
              <a:spcBef>
                <a:spcPts val="0"/>
              </a:spcBef>
              <a:spcAft>
                <a:spcPts val="0"/>
              </a:spcAft>
              <a:buNone/>
            </a:pPr>
            <a:r>
              <a:rPr lang="en-US" sz="1167" b="1" cap="none" dirty="0">
                <a:solidFill>
                  <a:srgbClr val="0070C0"/>
                </a:solidFill>
                <a:latin typeface="Times New Roman" panose="02020603050405020304" pitchFamily="18" charset="0"/>
                <a:cs typeface="Times New Roman" panose="02020603050405020304" pitchFamily="18" charset="0"/>
                <a:sym typeface="Arial"/>
              </a:rPr>
              <a:t>METHODOLOGY</a:t>
            </a:r>
          </a:p>
          <a:p>
            <a:pPr marL="0" marR="35176" lvl="0" indent="0" algn="just" rtl="0">
              <a:spcBef>
                <a:spcPts val="0"/>
              </a:spcBef>
              <a:spcAft>
                <a:spcPts val="0"/>
              </a:spcAft>
              <a:buNone/>
            </a:pPr>
            <a:endParaRPr sz="1167" b="1" cap="none" dirty="0">
              <a:solidFill>
                <a:srgbClr val="0070C0"/>
              </a:solidFill>
              <a:latin typeface="Times New Roman" panose="02020603050405020304" pitchFamily="18" charset="0"/>
              <a:cs typeface="Times New Roman" panose="02020603050405020304" pitchFamily="18" charset="0"/>
              <a:sym typeface="Arial"/>
            </a:endParaRPr>
          </a:p>
          <a:p>
            <a:pPr marL="0" marR="0" lvl="0" indent="0" algn="just" rtl="0">
              <a:spcBef>
                <a:spcPts val="0"/>
              </a:spcBef>
              <a:spcAft>
                <a:spcPts val="0"/>
              </a:spcAft>
              <a:buNone/>
            </a:pPr>
            <a:r>
              <a:rPr lang="en-US" sz="1050" b="1" dirty="0">
                <a:solidFill>
                  <a:srgbClr val="231F20"/>
                </a:solidFill>
                <a:latin typeface="Times New Roman" panose="02020603050405020304" pitchFamily="18" charset="0"/>
                <a:cs typeface="Times New Roman" panose="02020603050405020304" pitchFamily="18" charset="0"/>
                <a:sym typeface="Arial"/>
              </a:rPr>
              <a:t>Preprocessing</a:t>
            </a:r>
            <a:endParaRPr dirty="0">
              <a:latin typeface="Times New Roman" panose="02020603050405020304" pitchFamily="18" charset="0"/>
              <a:cs typeface="Times New Roman" panose="02020603050405020304" pitchFamily="18" charset="0"/>
            </a:endParaRPr>
          </a:p>
          <a:p>
            <a:pPr lvl="0" algn="just" defTabSz="179388"/>
            <a:r>
              <a:rPr lang="en-US" sz="1050" dirty="0">
                <a:latin typeface="Times New Roman" panose="02020603050405020304" pitchFamily="18" charset="0"/>
                <a:cs typeface="Times New Roman" panose="02020603050405020304" pitchFamily="18" charset="0"/>
              </a:rPr>
              <a:t> 	The sensor data of the FSR and dual MPU6500 sensors are then processed in order to eliminate noise and irregular variations. exponential low-pass filtering method is used to smooth sudden spikes due to hand vibrations and distortions of the environment. The data which is filtered is then normalized to give consistent ranges of measurements. Among them, grip force, variability in thumb movement, variation in the position of the wrist, and cumulative time of use are extracted as key features. This preprocessing task increases the reliability of signal and the accuracy in detecting fatigue during real time monitoring conditions.</a:t>
            </a:r>
          </a:p>
          <a:p>
            <a:pPr lvl="0" algn="just" defTabSz="179388"/>
            <a:endParaRPr lang="en-US" sz="1050" dirty="0">
              <a:latin typeface="Times New Roman" panose="02020603050405020304" pitchFamily="18" charset="0"/>
              <a:cs typeface="Times New Roman" panose="02020603050405020304" pitchFamily="18" charset="0"/>
            </a:endParaRPr>
          </a:p>
          <a:p>
            <a:pPr lvl="0" algn="just"/>
            <a:r>
              <a:rPr lang="en-US" sz="1050" b="1" cap="none" dirty="0">
                <a:solidFill>
                  <a:srgbClr val="0070C0"/>
                </a:solidFill>
                <a:latin typeface="Times New Roman" panose="02020603050405020304" pitchFamily="18" charset="0"/>
                <a:cs typeface="Times New Roman" panose="02020603050405020304" pitchFamily="18" charset="0"/>
                <a:sym typeface="Arial"/>
              </a:rPr>
              <a:t>ARCHITECTURE</a:t>
            </a:r>
          </a:p>
          <a:p>
            <a:pPr lvl="0" algn="just"/>
            <a:endParaRPr lang="en-US" sz="1050" b="1" cap="none" dirty="0">
              <a:solidFill>
                <a:srgbClr val="0070C0"/>
              </a:solidFill>
              <a:latin typeface="Times New Roman" panose="02020603050405020304" pitchFamily="18" charset="0"/>
              <a:cs typeface="Times New Roman" panose="02020603050405020304" pitchFamily="18" charset="0"/>
              <a:sym typeface="Arial"/>
            </a:endParaRPr>
          </a:p>
          <a:p>
            <a:pPr lvl="0" algn="just"/>
            <a:endParaRPr lang="en-US" sz="1050" b="1" cap="none" dirty="0">
              <a:solidFill>
                <a:srgbClr val="0070C0"/>
              </a:solidFill>
              <a:latin typeface="Times New Roman" panose="02020603050405020304" pitchFamily="18" charset="0"/>
              <a:cs typeface="Times New Roman" panose="02020603050405020304" pitchFamily="18" charset="0"/>
              <a:sym typeface="Arial"/>
            </a:endParaRPr>
          </a:p>
          <a:p>
            <a:pPr lvl="0" algn="just"/>
            <a:endParaRPr lang="en-US" sz="1050" b="1" cap="none" dirty="0">
              <a:solidFill>
                <a:srgbClr val="0070C0"/>
              </a:solidFill>
              <a:latin typeface="Times New Roman" panose="02020603050405020304" pitchFamily="18" charset="0"/>
              <a:cs typeface="Times New Roman" panose="02020603050405020304" pitchFamily="18" charset="0"/>
              <a:sym typeface="Arial"/>
            </a:endParaRPr>
          </a:p>
          <a:p>
            <a:pPr lvl="0" algn="just"/>
            <a:endParaRPr sz="1050" b="1" cap="none" dirty="0">
              <a:solidFill>
                <a:srgbClr val="0070C0"/>
              </a:solidFill>
              <a:latin typeface="Times New Roman" panose="02020603050405020304" pitchFamily="18" charset="0"/>
              <a:cs typeface="Times New Roman" panose="02020603050405020304" pitchFamily="18" charset="0"/>
              <a:sym typeface="Arial"/>
            </a:endParaRPr>
          </a:p>
          <a:p>
            <a:pPr marL="0" marR="0" lvl="0" indent="0" algn="just" rtl="0">
              <a:spcBef>
                <a:spcPts val="1200"/>
              </a:spcBef>
              <a:spcAft>
                <a:spcPts val="0"/>
              </a:spcAft>
              <a:buNone/>
            </a:pPr>
            <a:endParaRPr lang="en-US" sz="1050" b="1" dirty="0">
              <a:solidFill>
                <a:srgbClr val="0070C0"/>
              </a:solidFill>
              <a:latin typeface="Times New Roman" panose="02020603050405020304" pitchFamily="18" charset="0"/>
              <a:cs typeface="Times New Roman" panose="02020603050405020304" pitchFamily="18" charset="0"/>
            </a:endParaRPr>
          </a:p>
          <a:p>
            <a:pPr marL="0" marR="0" lvl="0" indent="0" algn="just" rtl="0">
              <a:spcBef>
                <a:spcPts val="1200"/>
              </a:spcBef>
              <a:spcAft>
                <a:spcPts val="0"/>
              </a:spcAft>
              <a:buNone/>
            </a:pPr>
            <a:endParaRPr lang="en-US" sz="1050" b="1" dirty="0">
              <a:solidFill>
                <a:srgbClr val="0070C0"/>
              </a:solidFill>
              <a:latin typeface="Times New Roman" panose="02020603050405020304" pitchFamily="18" charset="0"/>
              <a:cs typeface="Times New Roman" panose="02020603050405020304" pitchFamily="18" charset="0"/>
            </a:endParaRPr>
          </a:p>
          <a:p>
            <a:pPr marL="0" marR="0" lvl="0" indent="0" algn="just" rtl="0">
              <a:spcBef>
                <a:spcPts val="1200"/>
              </a:spcBef>
              <a:spcAft>
                <a:spcPts val="0"/>
              </a:spcAft>
              <a:buNone/>
            </a:pPr>
            <a:endParaRPr lang="en-US" sz="1050" b="1" dirty="0">
              <a:solidFill>
                <a:srgbClr val="0070C0"/>
              </a:solidFill>
              <a:latin typeface="Times New Roman" panose="02020603050405020304" pitchFamily="18" charset="0"/>
              <a:cs typeface="Times New Roman" panose="02020603050405020304" pitchFamily="18" charset="0"/>
            </a:endParaRPr>
          </a:p>
          <a:p>
            <a:pPr marL="0" marR="0" lvl="0" indent="0" algn="just" rtl="0">
              <a:spcBef>
                <a:spcPts val="1200"/>
              </a:spcBef>
              <a:spcAft>
                <a:spcPts val="0"/>
              </a:spcAft>
              <a:buNone/>
            </a:pPr>
            <a:endParaRPr lang="en-US" sz="1050" b="1" dirty="0">
              <a:solidFill>
                <a:srgbClr val="0070C0"/>
              </a:solidFill>
              <a:latin typeface="Times New Roman" panose="02020603050405020304" pitchFamily="18" charset="0"/>
              <a:cs typeface="Times New Roman" panose="02020603050405020304" pitchFamily="18" charset="0"/>
            </a:endParaRPr>
          </a:p>
          <a:p>
            <a:pPr marL="0" marR="0" lvl="0" indent="0" algn="just" rtl="0">
              <a:spcBef>
                <a:spcPts val="1200"/>
              </a:spcBef>
              <a:spcAft>
                <a:spcPts val="0"/>
              </a:spcAft>
              <a:buNone/>
            </a:pPr>
            <a:endParaRPr lang="en-US" sz="1050" b="1" dirty="0">
              <a:solidFill>
                <a:srgbClr val="0070C0"/>
              </a:solidFill>
              <a:latin typeface="Times New Roman" panose="02020603050405020304" pitchFamily="18" charset="0"/>
              <a:cs typeface="Times New Roman" panose="02020603050405020304" pitchFamily="18" charset="0"/>
            </a:endParaRPr>
          </a:p>
          <a:p>
            <a:pPr lvl="0" algn="ctr">
              <a:spcBef>
                <a:spcPts val="1200"/>
              </a:spcBef>
            </a:pPr>
            <a:r>
              <a:rPr lang="en-US" sz="1050" b="1" dirty="0">
                <a:solidFill>
                  <a:srgbClr val="231F20"/>
                </a:solidFill>
                <a:latin typeface="Times New Roman" panose="02020603050405020304" pitchFamily="18" charset="0"/>
                <a:cs typeface="Times New Roman" panose="02020603050405020304" pitchFamily="18" charset="0"/>
              </a:rPr>
              <a:t>Fig 1 </a:t>
            </a:r>
            <a:r>
              <a:rPr lang="en-IN" sz="1050" b="1" dirty="0">
                <a:latin typeface="Times New Roman" panose="02020603050405020304" pitchFamily="18" charset="0"/>
                <a:cs typeface="Times New Roman" panose="02020603050405020304" pitchFamily="18" charset="0"/>
              </a:rPr>
              <a:t>Proposed System architecture to detect hand fatigue during smartphone use</a:t>
            </a:r>
          </a:p>
          <a:p>
            <a:pPr lvl="0" algn="ctr">
              <a:spcBef>
                <a:spcPts val="1200"/>
              </a:spcBef>
            </a:pPr>
            <a:endParaRPr lang="en-IN" sz="1050" b="1" dirty="0">
              <a:latin typeface="Times New Roman" panose="02020603050405020304" pitchFamily="18" charset="0"/>
              <a:cs typeface="Times New Roman" panose="02020603050405020304" pitchFamily="18" charset="0"/>
            </a:endParaRPr>
          </a:p>
          <a:p>
            <a:pPr lvl="0" algn="ctr">
              <a:spcBef>
                <a:spcPts val="1200"/>
              </a:spcBef>
            </a:pPr>
            <a:endParaRPr lang="en-IN" sz="1050" b="1" dirty="0">
              <a:latin typeface="Times New Roman" panose="02020603050405020304" pitchFamily="18" charset="0"/>
              <a:cs typeface="Times New Roman" panose="02020603050405020304" pitchFamily="18" charset="0"/>
            </a:endParaRPr>
          </a:p>
          <a:p>
            <a:pPr lvl="0" algn="ctr">
              <a:spcBef>
                <a:spcPts val="1200"/>
              </a:spcBef>
            </a:pPr>
            <a:endParaRPr lang="en-IN" sz="1050" b="1" dirty="0">
              <a:latin typeface="Times New Roman" panose="02020603050405020304" pitchFamily="18" charset="0"/>
              <a:cs typeface="Times New Roman" panose="02020603050405020304" pitchFamily="18" charset="0"/>
            </a:endParaRPr>
          </a:p>
          <a:p>
            <a:pPr lvl="0" algn="ctr">
              <a:spcBef>
                <a:spcPts val="1200"/>
              </a:spcBef>
            </a:pPr>
            <a:endParaRPr lang="en-IN" sz="1050" b="1" dirty="0">
              <a:latin typeface="Times New Roman" panose="02020603050405020304" pitchFamily="18" charset="0"/>
              <a:cs typeface="Times New Roman" panose="02020603050405020304" pitchFamily="18" charset="0"/>
            </a:endParaRPr>
          </a:p>
          <a:p>
            <a:pPr lvl="0" algn="ctr">
              <a:spcBef>
                <a:spcPts val="1200"/>
              </a:spcBef>
            </a:pPr>
            <a:endParaRPr lang="en-IN" sz="1050" b="1" dirty="0">
              <a:latin typeface="Times New Roman" panose="02020603050405020304" pitchFamily="18" charset="0"/>
              <a:cs typeface="Times New Roman" panose="02020603050405020304" pitchFamily="18" charset="0"/>
            </a:endParaRPr>
          </a:p>
          <a:p>
            <a:pPr lvl="0" algn="ctr">
              <a:spcBef>
                <a:spcPts val="1200"/>
              </a:spcBef>
            </a:pPr>
            <a:endParaRPr lang="en-IN" sz="1050" b="1" dirty="0">
              <a:latin typeface="Times New Roman" panose="02020603050405020304" pitchFamily="18" charset="0"/>
              <a:cs typeface="Times New Roman" panose="02020603050405020304" pitchFamily="18" charset="0"/>
            </a:endParaRPr>
          </a:p>
          <a:p>
            <a:pPr algn="ctr">
              <a:spcBef>
                <a:spcPts val="1200"/>
              </a:spcBef>
            </a:pPr>
            <a:endParaRPr lang="en-IN" sz="1050" b="1" dirty="0">
              <a:latin typeface="Times New Roman" panose="02020603050405020304" pitchFamily="18" charset="0"/>
              <a:cs typeface="Times New Roman" panose="02020603050405020304" pitchFamily="18" charset="0"/>
            </a:endParaRPr>
          </a:p>
          <a:p>
            <a:pPr algn="ctr">
              <a:spcBef>
                <a:spcPts val="1200"/>
              </a:spcBef>
            </a:pPr>
            <a:r>
              <a:rPr lang="en-IN" sz="1050" b="1" dirty="0">
                <a:latin typeface="Times New Roman" panose="02020603050405020304" pitchFamily="18" charset="0"/>
                <a:cs typeface="Times New Roman" panose="02020603050405020304" pitchFamily="18" charset="0"/>
              </a:rPr>
              <a:t>Fig  2. Wearable prototype with FSR and IMU sensors used for smartphone hand fatigue monitoring</a:t>
            </a:r>
          </a:p>
        </p:txBody>
      </p:sp>
      <p:sp>
        <p:nvSpPr>
          <p:cNvPr id="2" name="Freeform 33">
            <a:extLst>
              <a:ext uri="{FF2B5EF4-FFF2-40B4-BE49-F238E27FC236}">
                <a16:creationId xmlns:a16="http://schemas.microsoft.com/office/drawing/2014/main" id="{F7288BD0-3131-8AE6-D5FA-EAB9F3C2E865}"/>
              </a:ext>
            </a:extLst>
          </p:cNvPr>
          <p:cNvSpPr/>
          <p:nvPr/>
        </p:nvSpPr>
        <p:spPr>
          <a:xfrm>
            <a:off x="3492998" y="532287"/>
            <a:ext cx="867805" cy="890726"/>
          </a:xfrm>
          <a:custGeom>
            <a:avLst/>
            <a:gdLst/>
            <a:ahLst/>
            <a:cxnLst/>
            <a:rect l="l" t="t" r="r" b="b"/>
            <a:pathLst>
              <a:path w="867805" h="1148141">
                <a:moveTo>
                  <a:pt x="0" y="0"/>
                </a:moveTo>
                <a:lnTo>
                  <a:pt x="867805" y="0"/>
                </a:lnTo>
                <a:lnTo>
                  <a:pt x="867805" y="1148141"/>
                </a:lnTo>
                <a:lnTo>
                  <a:pt x="0" y="1148141"/>
                </a:lnTo>
                <a:lnTo>
                  <a:pt x="0" y="0"/>
                </a:lnTo>
                <a:close/>
              </a:path>
            </a:pathLst>
          </a:custGeom>
          <a:blipFill>
            <a:blip r:embed="rId6"/>
            <a:stretch>
              <a:fillRect/>
            </a:stretch>
          </a:blipFill>
        </p:spPr>
        <p:txBody>
          <a:bodyPr/>
          <a:lstStyle/>
          <a:p>
            <a:endParaRPr lang="en-US"/>
          </a:p>
        </p:txBody>
      </p:sp>
      <p:pic>
        <p:nvPicPr>
          <p:cNvPr id="4" name="Picture 3">
            <a:extLst>
              <a:ext uri="{FF2B5EF4-FFF2-40B4-BE49-F238E27FC236}">
                <a16:creationId xmlns:a16="http://schemas.microsoft.com/office/drawing/2014/main" id="{0723E4B7-B50A-46A5-7D9E-E6351B63954A}"/>
              </a:ext>
            </a:extLst>
          </p:cNvPr>
          <p:cNvPicPr>
            <a:picLocks noChangeAspect="1"/>
          </p:cNvPicPr>
          <p:nvPr/>
        </p:nvPicPr>
        <p:blipFill>
          <a:blip r:embed="rId7"/>
          <a:stretch>
            <a:fillRect/>
          </a:stretch>
        </p:blipFill>
        <p:spPr>
          <a:xfrm>
            <a:off x="15693" y="-127677"/>
            <a:ext cx="3301988" cy="1559171"/>
          </a:xfrm>
          <a:prstGeom prst="rect">
            <a:avLst/>
          </a:prstGeom>
        </p:spPr>
      </p:pic>
      <p:pic>
        <p:nvPicPr>
          <p:cNvPr id="3" name="Picture 2">
            <a:extLst>
              <a:ext uri="{FF2B5EF4-FFF2-40B4-BE49-F238E27FC236}">
                <a16:creationId xmlns:a16="http://schemas.microsoft.com/office/drawing/2014/main" id="{602F46A8-061B-93E0-6F92-8E7559EF8D5A}"/>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12213" y="4022995"/>
            <a:ext cx="3342822" cy="2127250"/>
          </a:xfrm>
          <a:prstGeom prst="rect">
            <a:avLst/>
          </a:prstGeom>
          <a:noFill/>
          <a:ln>
            <a:noFill/>
          </a:ln>
        </p:spPr>
      </p:pic>
      <p:graphicFrame>
        <p:nvGraphicFramePr>
          <p:cNvPr id="10" name="Table 9">
            <a:extLst>
              <a:ext uri="{FF2B5EF4-FFF2-40B4-BE49-F238E27FC236}">
                <a16:creationId xmlns:a16="http://schemas.microsoft.com/office/drawing/2014/main" id="{0700BD5D-8105-0FFB-AD15-44BA683CD7DD}"/>
              </a:ext>
            </a:extLst>
          </p:cNvPr>
          <p:cNvGraphicFramePr>
            <a:graphicFrameLocks noGrp="1"/>
          </p:cNvGraphicFramePr>
          <p:nvPr>
            <p:extLst>
              <p:ext uri="{D42A27DB-BD31-4B8C-83A1-F6EECF244321}">
                <p14:modId xmlns:p14="http://schemas.microsoft.com/office/powerpoint/2010/main" val="1199025212"/>
              </p:ext>
            </p:extLst>
          </p:nvPr>
        </p:nvGraphicFramePr>
        <p:xfrm>
          <a:off x="8557260" y="3097165"/>
          <a:ext cx="3962400" cy="1851660"/>
        </p:xfrm>
        <a:graphic>
          <a:graphicData uri="http://schemas.openxmlformats.org/drawingml/2006/table">
            <a:tbl>
              <a:tblPr firstRow="1" bandRow="1">
                <a:tableStyleId>{2D6517B2-53E5-44A5-B0F4-53298D9B06D0}</a:tableStyleId>
              </a:tblPr>
              <a:tblGrid>
                <a:gridCol w="792480">
                  <a:extLst>
                    <a:ext uri="{9D8B030D-6E8A-4147-A177-3AD203B41FA5}">
                      <a16:colId xmlns:a16="http://schemas.microsoft.com/office/drawing/2014/main" val="806831780"/>
                    </a:ext>
                  </a:extLst>
                </a:gridCol>
                <a:gridCol w="792480">
                  <a:extLst>
                    <a:ext uri="{9D8B030D-6E8A-4147-A177-3AD203B41FA5}">
                      <a16:colId xmlns:a16="http://schemas.microsoft.com/office/drawing/2014/main" val="929726470"/>
                    </a:ext>
                  </a:extLst>
                </a:gridCol>
                <a:gridCol w="792480">
                  <a:extLst>
                    <a:ext uri="{9D8B030D-6E8A-4147-A177-3AD203B41FA5}">
                      <a16:colId xmlns:a16="http://schemas.microsoft.com/office/drawing/2014/main" val="3537695693"/>
                    </a:ext>
                  </a:extLst>
                </a:gridCol>
                <a:gridCol w="792480">
                  <a:extLst>
                    <a:ext uri="{9D8B030D-6E8A-4147-A177-3AD203B41FA5}">
                      <a16:colId xmlns:a16="http://schemas.microsoft.com/office/drawing/2014/main" val="3722844561"/>
                    </a:ext>
                  </a:extLst>
                </a:gridCol>
                <a:gridCol w="792480">
                  <a:extLst>
                    <a:ext uri="{9D8B030D-6E8A-4147-A177-3AD203B41FA5}">
                      <a16:colId xmlns:a16="http://schemas.microsoft.com/office/drawing/2014/main" val="2294413722"/>
                    </a:ext>
                  </a:extLst>
                </a:gridCol>
              </a:tblGrid>
              <a:tr h="354026">
                <a:tc>
                  <a:txBody>
                    <a:bodyPr/>
                    <a:lstStyle/>
                    <a:p>
                      <a:pPr algn="ctr">
                        <a:buNone/>
                      </a:pPr>
                      <a:r>
                        <a:rPr lang="en-IN" sz="900" b="1" dirty="0">
                          <a:effectLst/>
                          <a:latin typeface="Times New Roman" panose="02020603050405020304" pitchFamily="18" charset="0"/>
                          <a:ea typeface="SimSun" panose="02010600030101010101" pitchFamily="2" charset="-122"/>
                          <a:cs typeface="Times New Roman" panose="02020603050405020304" pitchFamily="18" charset="0"/>
                        </a:rPr>
                        <a:t>Sensor</a:t>
                      </a:r>
                      <a:endParaRPr lang="en-IN" sz="1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900" b="1" dirty="0">
                          <a:effectLst/>
                          <a:latin typeface="Times New Roman" panose="02020603050405020304" pitchFamily="18" charset="0"/>
                          <a:ea typeface="SimSun" panose="02010600030101010101" pitchFamily="2" charset="-122"/>
                          <a:cs typeface="Times New Roman" panose="02020603050405020304" pitchFamily="18" charset="0"/>
                        </a:rPr>
                        <a:t>Parameter Measured</a:t>
                      </a:r>
                      <a:endParaRPr lang="en-IN" sz="1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900" b="1" dirty="0">
                          <a:effectLst/>
                          <a:latin typeface="Times New Roman" panose="02020603050405020304" pitchFamily="18" charset="0"/>
                          <a:ea typeface="SimSun" panose="02010600030101010101" pitchFamily="2" charset="-122"/>
                          <a:cs typeface="Times New Roman" panose="02020603050405020304" pitchFamily="18" charset="0"/>
                        </a:rPr>
                        <a:t>Converted Sensor Range</a:t>
                      </a:r>
                      <a:endParaRPr lang="en-IN" sz="1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buNone/>
                      </a:pPr>
                      <a:r>
                        <a:rPr lang="en-IN" sz="900" b="1">
                          <a:effectLst/>
                          <a:latin typeface="Times New Roman" panose="02020603050405020304" pitchFamily="18" charset="0"/>
                          <a:ea typeface="SimSun" panose="02010600030101010101" pitchFamily="2" charset="-122"/>
                          <a:cs typeface="Times New Roman" panose="02020603050405020304" pitchFamily="18" charset="0"/>
                        </a:rPr>
                        <a:t>Threshold Condition</a:t>
                      </a:r>
                      <a:endParaRPr lang="en-IN" sz="1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900" b="1">
                          <a:effectLst/>
                          <a:latin typeface="Times New Roman" panose="02020603050405020304" pitchFamily="18" charset="0"/>
                          <a:ea typeface="SimSun" panose="02010600030101010101" pitchFamily="2" charset="-122"/>
                          <a:cs typeface="Times New Roman" panose="02020603050405020304" pitchFamily="18" charset="0"/>
                        </a:rPr>
                        <a:t>Fatigue Score Weightage</a:t>
                      </a:r>
                      <a:endParaRPr lang="en-IN" sz="1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21115113"/>
                  </a:ext>
                </a:extLst>
              </a:tr>
              <a:tr h="458294">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FSR (Force sensitive resistor)</a:t>
                      </a:r>
                    </a:p>
                  </a:txBody>
                  <a:tcPr marL="68580" marR="68580" marT="0" marB="0"/>
                </a:tc>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Grip force</a:t>
                      </a:r>
                    </a:p>
                  </a:txBody>
                  <a:tcPr marL="68580" marR="68580" marT="0" marB="0"/>
                </a:tc>
                <a:tc>
                  <a:txBody>
                    <a:bodyPr/>
                    <a:lstStyle/>
                    <a:p>
                      <a:pPr algn="ctr">
                        <a:buNone/>
                      </a:pPr>
                      <a:r>
                        <a:rPr lang="en-GB" sz="1050" dirty="0">
                          <a:effectLst/>
                          <a:latin typeface="Times New Roman" panose="02020603050405020304" pitchFamily="18" charset="0"/>
                          <a:ea typeface="SimSun" panose="02010600030101010101" pitchFamily="2" charset="-122"/>
                          <a:cs typeface="Times New Roman" panose="02020603050405020304" pitchFamily="18" charset="0"/>
                        </a:rPr>
                        <a:t>0 – 4095 (ESP32 ADC)</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Grip &gt; 200 ADC</a:t>
                      </a:r>
                    </a:p>
                  </a:txBody>
                  <a:tcPr marL="68580" marR="68580" marT="0" marB="0"/>
                </a:tc>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+30</a:t>
                      </a:r>
                    </a:p>
                  </a:txBody>
                  <a:tcPr marL="68580" marR="68580" marT="0" marB="0"/>
                </a:tc>
                <a:extLst>
                  <a:ext uri="{0D108BD9-81ED-4DB2-BD59-A6C34878D82A}">
                    <a16:rowId xmlns:a16="http://schemas.microsoft.com/office/drawing/2014/main" val="3177751888"/>
                  </a:ext>
                </a:extLst>
              </a:tr>
              <a:tr h="392824">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Thumb MPU6500</a:t>
                      </a:r>
                    </a:p>
                  </a:txBody>
                  <a:tcPr marL="68580" marR="68580" marT="0" marB="0"/>
                </a:tc>
                <a:tc>
                  <a:txBody>
                    <a:bodyPr/>
                    <a:lstStyle/>
                    <a:p>
                      <a:pPr algn="ctr">
                        <a:buNone/>
                      </a:pPr>
                      <a:r>
                        <a:rPr lang="en-GB" sz="1050" dirty="0">
                          <a:effectLst/>
                          <a:latin typeface="Times New Roman" panose="02020603050405020304" pitchFamily="18" charset="0"/>
                          <a:ea typeface="SimSun" panose="02010600030101010101" pitchFamily="2" charset="-122"/>
                          <a:cs typeface="Times New Roman" panose="02020603050405020304" pitchFamily="18" charset="0"/>
                        </a:rPr>
                        <a:t>Thumb motion variation</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1050" dirty="0">
                          <a:effectLst/>
                          <a:latin typeface="Times New Roman" panose="02020603050405020304" pitchFamily="18" charset="0"/>
                          <a:ea typeface="Calibri" panose="020F0502020204030204" pitchFamily="34" charset="0"/>
                          <a:cs typeface="Times New Roman" panose="02020603050405020304" pitchFamily="18" charset="0"/>
                        </a:rPr>
                        <a:t>0 to </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buNone/>
                      </a:pPr>
                      <a:r>
                        <a:rPr lang="en-IN" sz="1050" dirty="0">
                          <a:effectLst/>
                          <a:latin typeface="Times New Roman" panose="02020603050405020304" pitchFamily="18" charset="0"/>
                          <a:ea typeface="Calibri" panose="020F0502020204030204" pitchFamily="34" charset="0"/>
                          <a:cs typeface="Times New Roman" panose="02020603050405020304" pitchFamily="18" charset="0"/>
                        </a:rPr>
                        <a:t> +250°/s</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ThumbVar &gt; </a:t>
                      </a:r>
                      <a:r>
                        <a:rPr lang="en-GB" sz="1050" dirty="0">
                          <a:effectLst/>
                          <a:latin typeface="Times New Roman" panose="02020603050405020304" pitchFamily="18" charset="0"/>
                          <a:ea typeface="SimSun" panose="02010600030101010101" pitchFamily="2" charset="-122"/>
                          <a:cs typeface="Times New Roman" panose="02020603050405020304" pitchFamily="18" charset="0"/>
                        </a:rPr>
                        <a:t>20°/s</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+30</a:t>
                      </a:r>
                    </a:p>
                  </a:txBody>
                  <a:tcPr/>
                </a:tc>
                <a:extLst>
                  <a:ext uri="{0D108BD9-81ED-4DB2-BD59-A6C34878D82A}">
                    <a16:rowId xmlns:a16="http://schemas.microsoft.com/office/drawing/2014/main" val="290429781"/>
                  </a:ext>
                </a:extLst>
              </a:tr>
              <a:tr h="354026">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Wrist MPU6500</a:t>
                      </a:r>
                    </a:p>
                  </a:txBody>
                  <a:tcPr marL="68580" marR="68580" marT="0" marB="0"/>
                </a:tc>
                <a:tc>
                  <a:txBody>
                    <a:bodyPr/>
                    <a:lstStyle/>
                    <a:p>
                      <a:pPr algn="ctr">
                        <a:buNone/>
                      </a:pPr>
                      <a:r>
                        <a:rPr lang="en-GB" sz="1050" dirty="0">
                          <a:effectLst/>
                          <a:latin typeface="Times New Roman" panose="02020603050405020304" pitchFamily="18" charset="0"/>
                          <a:ea typeface="SimSun" panose="02010600030101010101" pitchFamily="2" charset="-122"/>
                          <a:cs typeface="Times New Roman" panose="02020603050405020304" pitchFamily="18" charset="0"/>
                        </a:rPr>
                        <a:t>Wrist motion variation</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0 to</a:t>
                      </a:r>
                    </a:p>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 +250°/s</a:t>
                      </a:r>
                    </a:p>
                  </a:txBody>
                  <a:tcPr marL="68580" marR="68580" marT="0" marB="0"/>
                </a:tc>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WristVar &lt; </a:t>
                      </a:r>
                      <a:r>
                        <a:rPr lang="en-GB" sz="1050" dirty="0">
                          <a:effectLst/>
                          <a:latin typeface="Times New Roman" panose="02020603050405020304" pitchFamily="18" charset="0"/>
                          <a:ea typeface="SimSun" panose="02010600030101010101" pitchFamily="2" charset="-122"/>
                          <a:cs typeface="Times New Roman" panose="02020603050405020304" pitchFamily="18" charset="0"/>
                        </a:rPr>
                        <a:t>2°/s</a:t>
                      </a:r>
                      <a:endParaRPr lang="en-IN" sz="105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buNone/>
                      </a:pPr>
                      <a:r>
                        <a:rPr lang="en-IN" sz="1050" dirty="0">
                          <a:effectLst/>
                          <a:latin typeface="Times New Roman" panose="02020603050405020304" pitchFamily="18" charset="0"/>
                          <a:ea typeface="SimSun" panose="02010600030101010101" pitchFamily="2" charset="-122"/>
                          <a:cs typeface="Times New Roman" panose="02020603050405020304" pitchFamily="18" charset="0"/>
                        </a:rPr>
                        <a:t>+20</a:t>
                      </a:r>
                    </a:p>
                  </a:txBody>
                  <a:tcPr marL="68580" marR="68580" marT="0" marB="0"/>
                </a:tc>
                <a:extLst>
                  <a:ext uri="{0D108BD9-81ED-4DB2-BD59-A6C34878D82A}">
                    <a16:rowId xmlns:a16="http://schemas.microsoft.com/office/drawing/2014/main" val="41571270"/>
                  </a:ext>
                </a:extLst>
              </a:tr>
            </a:tbl>
          </a:graphicData>
        </a:graphic>
      </p:graphicFrame>
      <p:pic>
        <p:nvPicPr>
          <p:cNvPr id="6" name="Picture 5">
            <a:extLst>
              <a:ext uri="{FF2B5EF4-FFF2-40B4-BE49-F238E27FC236}">
                <a16:creationId xmlns:a16="http://schemas.microsoft.com/office/drawing/2014/main" id="{80BA6417-9A9B-282A-165C-D3DE1BA65324}"/>
              </a:ext>
            </a:extLst>
          </p:cNvPr>
          <p:cNvPicPr>
            <a:picLocks noChangeAspect="1"/>
          </p:cNvPicPr>
          <p:nvPr/>
        </p:nvPicPr>
        <p:blipFill>
          <a:blip r:embed="rId9"/>
          <a:stretch>
            <a:fillRect/>
          </a:stretch>
        </p:blipFill>
        <p:spPr>
          <a:xfrm>
            <a:off x="10875757" y="505520"/>
            <a:ext cx="865961" cy="912425"/>
          </a:xfrm>
          <a:prstGeom prst="rect">
            <a:avLst/>
          </a:prstGeom>
        </p:spPr>
      </p:pic>
      <p:pic>
        <p:nvPicPr>
          <p:cNvPr id="7" name="Picture 6">
            <a:extLst>
              <a:ext uri="{FF2B5EF4-FFF2-40B4-BE49-F238E27FC236}">
                <a16:creationId xmlns:a16="http://schemas.microsoft.com/office/drawing/2014/main" id="{380783E7-0E56-73E2-2760-15287AC59AD4}"/>
              </a:ext>
            </a:extLst>
          </p:cNvPr>
          <p:cNvPicPr>
            <a:picLocks noChangeAspect="1"/>
          </p:cNvPicPr>
          <p:nvPr/>
        </p:nvPicPr>
        <p:blipFill>
          <a:blip r:embed="rId10"/>
          <a:stretch>
            <a:fillRect/>
          </a:stretch>
        </p:blipFill>
        <p:spPr>
          <a:xfrm>
            <a:off x="11800875" y="505520"/>
            <a:ext cx="718785" cy="897657"/>
          </a:xfrm>
          <a:prstGeom prst="rect">
            <a:avLst/>
          </a:prstGeom>
        </p:spPr>
      </p:pic>
      <p:pic>
        <p:nvPicPr>
          <p:cNvPr id="5" name="Picture 4">
            <a:extLst>
              <a:ext uri="{FF2B5EF4-FFF2-40B4-BE49-F238E27FC236}">
                <a16:creationId xmlns:a16="http://schemas.microsoft.com/office/drawing/2014/main" id="{70B42BF5-2E7E-9949-82A5-3F9E7F852233}"/>
              </a:ext>
            </a:extLst>
          </p:cNvPr>
          <p:cNvPicPr>
            <a:picLocks noChangeAspect="1"/>
          </p:cNvPicPr>
          <p:nvPr/>
        </p:nvPicPr>
        <p:blipFill>
          <a:blip r:embed="rId11"/>
          <a:stretch>
            <a:fillRect/>
          </a:stretch>
        </p:blipFill>
        <p:spPr>
          <a:xfrm>
            <a:off x="4802337" y="6712118"/>
            <a:ext cx="2901030" cy="2127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525</TotalTime>
  <Words>938</Words>
  <Application>Microsoft Office PowerPoint</Application>
  <PresentationFormat>A3 Paper (297x420 mm)</PresentationFormat>
  <Paragraphs>96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Times New Roman</vt:lpstr>
      <vt:lpstr>Calibri</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Swanger, Scott A</dc:creator>
  <cp:lastModifiedBy>Hemila S</cp:lastModifiedBy>
  <cp:revision>37</cp:revision>
  <dcterms:created xsi:type="dcterms:W3CDTF">2019-03-04T22:30:53Z</dcterms:created>
  <dcterms:modified xsi:type="dcterms:W3CDTF">2026-04-07T17:37:10Z</dcterms:modified>
</cp:coreProperties>
</file>