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8"/>
  </p:notesMasterIdLst>
  <p:sldIdLst>
    <p:sldId id="257" r:id="rId2"/>
    <p:sldId id="256" r:id="rId3"/>
    <p:sldId id="259" r:id="rId4"/>
    <p:sldId id="260" r:id="rId5"/>
    <p:sldId id="258" r:id="rId6"/>
    <p:sldId id="261" r:id="rId7"/>
    <p:sldId id="271" r:id="rId8"/>
    <p:sldId id="262" r:id="rId9"/>
    <p:sldId id="263" r:id="rId10"/>
    <p:sldId id="264" r:id="rId11"/>
    <p:sldId id="272" r:id="rId12"/>
    <p:sldId id="273" r:id="rId13"/>
    <p:sldId id="265" r:id="rId14"/>
    <p:sldId id="268" r:id="rId15"/>
    <p:sldId id="269" r:id="rId16"/>
    <p:sldId id="270" r:id="rId17"/>
  </p:sldIdLst>
  <p:sldSz cx="12801600" cy="9601200" type="A3"/>
  <p:notesSz cx="6858000" cy="9144000"/>
  <p:embeddedFontLst>
    <p:embeddedFont>
      <p:font typeface="Cambria Math" panose="02040503050406030204" pitchFamily="18" charset="0"/>
      <p:regular r:id="rId1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024">
          <p15:clr>
            <a:srgbClr val="A4A3A4"/>
          </p15:clr>
        </p15:guide>
        <p15:guide id="2" pos="4032">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0" roundtripDataSignature="AMtx7miQixFpFIR6EEtpbjPJ3NfAejP5o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D9BC44-67AE-4BDD-8FBF-DDF451A906BB}" v="2" dt="2026-04-01T05:08:57.427"/>
  </p1510:revLst>
</p1510:revInfo>
</file>

<file path=ppt/tableStyles.xml><?xml version="1.0" encoding="utf-8"?>
<a:tblStyleLst xmlns:a="http://schemas.openxmlformats.org/drawingml/2006/main" def="{2D6517B2-53E5-44A5-B0F4-53298D9B06D0}">
  <a:tblStyle styleId="{2D6517B2-53E5-44A5-B0F4-53298D9B06D0}"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a:tcStyle>
        <a:tcBdr/>
        <a:fill>
          <a:solidFill>
            <a:srgbClr val="CDD4EA"/>
          </a:solidFill>
        </a:fill>
      </a:tcStyle>
    </a:band1H>
    <a:band2H>
      <a:tcTxStyle/>
      <a:tcStyle>
        <a:tcBdr/>
      </a:tcStyle>
    </a:band2H>
    <a:band1V>
      <a:tcTxStyle/>
      <a:tcStyle>
        <a:tcBdr/>
        <a:fill>
          <a:solidFill>
            <a:srgbClr val="CDD4EA"/>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6" d="100"/>
          <a:sy n="56" d="100"/>
        </p:scale>
        <p:origin x="1574" y="62"/>
      </p:cViewPr>
      <p:guideLst>
        <p:guide orient="horz" pos="3024"/>
        <p:guide pos="403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HANYA S" userId="008dfb4777f4ac56" providerId="LiveId" clId="{F25B8AA9-42E5-48BE-A29D-B9DE72E28C83}"/>
    <pc:docChg chg="custSel addSld delSld modSld">
      <pc:chgData name="DHANYA S" userId="008dfb4777f4ac56" providerId="LiveId" clId="{F25B8AA9-42E5-48BE-A29D-B9DE72E28C83}" dt="2026-04-01T05:09:20.144" v="54" actId="14100"/>
      <pc:docMkLst>
        <pc:docMk/>
      </pc:docMkLst>
      <pc:sldChg chg="modSp mod">
        <pc:chgData name="DHANYA S" userId="008dfb4777f4ac56" providerId="LiveId" clId="{F25B8AA9-42E5-48BE-A29D-B9DE72E28C83}" dt="2026-04-01T05:03:15.294" v="6" actId="1076"/>
        <pc:sldMkLst>
          <pc:docMk/>
          <pc:sldMk cId="2870249145" sldId="257"/>
        </pc:sldMkLst>
        <pc:spChg chg="mod">
          <ac:chgData name="DHANYA S" userId="008dfb4777f4ac56" providerId="LiveId" clId="{F25B8AA9-42E5-48BE-A29D-B9DE72E28C83}" dt="2026-04-01T05:02:48.270" v="1" actId="403"/>
          <ac:spMkLst>
            <pc:docMk/>
            <pc:sldMk cId="2870249145" sldId="257"/>
            <ac:spMk id="86" creationId="{00E6AB50-C9B4-2076-DF36-8A1F48B26156}"/>
          </ac:spMkLst>
        </pc:spChg>
        <pc:spChg chg="mod">
          <ac:chgData name="DHANYA S" userId="008dfb4777f4ac56" providerId="LiveId" clId="{F25B8AA9-42E5-48BE-A29D-B9DE72E28C83}" dt="2026-04-01T05:02:54.478" v="2" actId="403"/>
          <ac:spMkLst>
            <pc:docMk/>
            <pc:sldMk cId="2870249145" sldId="257"/>
            <ac:spMk id="87" creationId="{76A22458-49B7-C6AF-0D37-A55F95C22965}"/>
          </ac:spMkLst>
        </pc:spChg>
        <pc:spChg chg="mod">
          <ac:chgData name="DHANYA S" userId="008dfb4777f4ac56" providerId="LiveId" clId="{F25B8AA9-42E5-48BE-A29D-B9DE72E28C83}" dt="2026-04-01T05:03:15.294" v="6" actId="1076"/>
          <ac:spMkLst>
            <pc:docMk/>
            <pc:sldMk cId="2870249145" sldId="257"/>
            <ac:spMk id="90" creationId="{DC16BE4A-D465-D42B-072E-7805F72DD975}"/>
          </ac:spMkLst>
        </pc:spChg>
      </pc:sldChg>
      <pc:sldChg chg="delSp del mod">
        <pc:chgData name="DHANYA S" userId="008dfb4777f4ac56" providerId="LiveId" clId="{F25B8AA9-42E5-48BE-A29D-B9DE72E28C83}" dt="2026-04-01T05:08:27.057" v="37" actId="47"/>
        <pc:sldMkLst>
          <pc:docMk/>
          <pc:sldMk cId="1811847288" sldId="266"/>
        </pc:sldMkLst>
        <pc:picChg chg="del">
          <ac:chgData name="DHANYA S" userId="008dfb4777f4ac56" providerId="LiveId" clId="{F25B8AA9-42E5-48BE-A29D-B9DE72E28C83}" dt="2026-04-01T05:08:25.616" v="36" actId="21"/>
          <ac:picMkLst>
            <pc:docMk/>
            <pc:sldMk cId="1811847288" sldId="266"/>
            <ac:picMk id="5" creationId="{766251BF-45D8-0B39-6BE7-342327FC603B}"/>
          </ac:picMkLst>
        </pc:picChg>
      </pc:sldChg>
      <pc:sldChg chg="addSp modSp mod">
        <pc:chgData name="DHANYA S" userId="008dfb4777f4ac56" providerId="LiveId" clId="{F25B8AA9-42E5-48BE-A29D-B9DE72E28C83}" dt="2026-04-01T05:08:09.368" v="34" actId="1038"/>
        <pc:sldMkLst>
          <pc:docMk/>
          <pc:sldMk cId="4142873426" sldId="271"/>
        </pc:sldMkLst>
        <pc:spChg chg="mod">
          <ac:chgData name="DHANYA S" userId="008dfb4777f4ac56" providerId="LiveId" clId="{F25B8AA9-42E5-48BE-A29D-B9DE72E28C83}" dt="2026-04-01T05:06:39.348" v="30" actId="113"/>
          <ac:spMkLst>
            <pc:docMk/>
            <pc:sldMk cId="4142873426" sldId="271"/>
            <ac:spMk id="3" creationId="{7E004CCA-8562-0046-576C-AD2F059F742C}"/>
          </ac:spMkLst>
        </pc:spChg>
        <pc:cxnChg chg="add mod">
          <ac:chgData name="DHANYA S" userId="008dfb4777f4ac56" providerId="LiveId" clId="{F25B8AA9-42E5-48BE-A29D-B9DE72E28C83}" dt="2026-04-01T05:08:09.368" v="34" actId="1038"/>
          <ac:cxnSpMkLst>
            <pc:docMk/>
            <pc:sldMk cId="4142873426" sldId="271"/>
            <ac:cxnSpMk id="5" creationId="{C37EBCA9-530C-32B7-7499-CF22DB8D3AAD}"/>
          </ac:cxnSpMkLst>
        </pc:cxnChg>
      </pc:sldChg>
      <pc:sldChg chg="addSp delSp modSp add mod">
        <pc:chgData name="DHANYA S" userId="008dfb4777f4ac56" providerId="LiveId" clId="{F25B8AA9-42E5-48BE-A29D-B9DE72E28C83}" dt="2026-04-01T05:09:20.144" v="54" actId="14100"/>
        <pc:sldMkLst>
          <pc:docMk/>
          <pc:sldMk cId="1549984016" sldId="272"/>
        </pc:sldMkLst>
        <pc:spChg chg="mod">
          <ac:chgData name="DHANYA S" userId="008dfb4777f4ac56" providerId="LiveId" clId="{F25B8AA9-42E5-48BE-A29D-B9DE72E28C83}" dt="2026-04-01T05:08:45.532" v="43" actId="14100"/>
          <ac:spMkLst>
            <pc:docMk/>
            <pc:sldMk cId="1549984016" sldId="272"/>
            <ac:spMk id="3" creationId="{DC8118E5-2158-0BCE-ABF5-B5BCE3DB452D}"/>
          </ac:spMkLst>
        </pc:spChg>
        <pc:picChg chg="del">
          <ac:chgData name="DHANYA S" userId="008dfb4777f4ac56" providerId="LiveId" clId="{F25B8AA9-42E5-48BE-A29D-B9DE72E28C83}" dt="2026-04-01T05:08:34.939" v="39" actId="478"/>
          <ac:picMkLst>
            <pc:docMk/>
            <pc:sldMk cId="1549984016" sldId="272"/>
            <ac:picMk id="2" creationId="{A7A53CD0-EB2F-2707-9D8C-0DBEB8174431}"/>
          </ac:picMkLst>
        </pc:picChg>
        <pc:picChg chg="add mod">
          <ac:chgData name="DHANYA S" userId="008dfb4777f4ac56" providerId="LiveId" clId="{F25B8AA9-42E5-48BE-A29D-B9DE72E28C83}" dt="2026-04-01T05:09:20.144" v="54" actId="14100"/>
          <ac:picMkLst>
            <pc:docMk/>
            <pc:sldMk cId="1549984016" sldId="272"/>
            <ac:picMk id="5" creationId="{766251BF-45D8-0B39-6BE7-342327FC603B}"/>
          </ac:picMkLst>
        </pc:picChg>
        <pc:picChg chg="add mod">
          <ac:chgData name="DHANYA S" userId="008dfb4777f4ac56" providerId="LiveId" clId="{F25B8AA9-42E5-48BE-A29D-B9DE72E28C83}" dt="2026-04-01T05:09:10.345" v="51" actId="14100"/>
          <ac:picMkLst>
            <pc:docMk/>
            <pc:sldMk cId="1549984016" sldId="272"/>
            <ac:picMk id="6" creationId="{4812D66B-10FB-7EFA-4E85-B01493EFED6C}"/>
          </ac:picMkLst>
        </pc:picChg>
      </pc:sldChg>
      <pc:sldMasterChg chg="delSldLayout">
        <pc:chgData name="DHANYA S" userId="008dfb4777f4ac56" providerId="LiveId" clId="{F25B8AA9-42E5-48BE-A29D-B9DE72E28C83}" dt="2026-04-01T05:08:27.057" v="37" actId="47"/>
        <pc:sldMasterMkLst>
          <pc:docMk/>
          <pc:sldMasterMk cId="0" sldId="2147483648"/>
        </pc:sldMasterMkLst>
        <pc:sldLayoutChg chg="del">
          <pc:chgData name="DHANYA S" userId="008dfb4777f4ac56" providerId="LiveId" clId="{F25B8AA9-42E5-48BE-A29D-B9DE72E28C83}" dt="2026-04-01T05:08:27.057" v="37" actId="47"/>
          <pc:sldLayoutMkLst>
            <pc:docMk/>
            <pc:sldMasterMk cId="0" sldId="2147483648"/>
            <pc:sldLayoutMk cId="0" sldId="2147483650"/>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87E46CAD-00F7-9593-F8FE-2AB0D44712EB}"/>
            </a:ext>
          </a:extLst>
        </p:cNvPr>
        <p:cNvGrpSpPr/>
        <p:nvPr/>
      </p:nvGrpSpPr>
      <p:grpSpPr>
        <a:xfrm>
          <a:off x="0" y="0"/>
          <a:ext cx="0" cy="0"/>
          <a:chOff x="0" y="0"/>
          <a:chExt cx="0" cy="0"/>
        </a:xfrm>
      </p:grpSpPr>
      <p:sp>
        <p:nvSpPr>
          <p:cNvPr id="81" name="Google Shape;81;p1:notes">
            <a:extLst>
              <a:ext uri="{FF2B5EF4-FFF2-40B4-BE49-F238E27FC236}">
                <a16:creationId xmlns:a16="http://schemas.microsoft.com/office/drawing/2014/main" id="{FE659CD5-E951-5E51-6219-130C2E14608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a:extLst>
              <a:ext uri="{FF2B5EF4-FFF2-40B4-BE49-F238E27FC236}">
                <a16:creationId xmlns:a16="http://schemas.microsoft.com/office/drawing/2014/main" id="{EF084B94-C2A9-6B2D-2A79-BC81A1B670CE}"/>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80303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53076577-E644-4B3A-CE5C-F27B7F26D19D}"/>
            </a:ext>
          </a:extLst>
        </p:cNvPr>
        <p:cNvGrpSpPr/>
        <p:nvPr/>
      </p:nvGrpSpPr>
      <p:grpSpPr>
        <a:xfrm>
          <a:off x="0" y="0"/>
          <a:ext cx="0" cy="0"/>
          <a:chOff x="0" y="0"/>
          <a:chExt cx="0" cy="0"/>
        </a:xfrm>
      </p:grpSpPr>
      <p:sp>
        <p:nvSpPr>
          <p:cNvPr id="81" name="Google Shape;81;p1:notes">
            <a:extLst>
              <a:ext uri="{FF2B5EF4-FFF2-40B4-BE49-F238E27FC236}">
                <a16:creationId xmlns:a16="http://schemas.microsoft.com/office/drawing/2014/main" id="{BA82EEFD-0FC6-0AAF-671F-4037BDB785C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a:extLst>
              <a:ext uri="{FF2B5EF4-FFF2-40B4-BE49-F238E27FC236}">
                <a16:creationId xmlns:a16="http://schemas.microsoft.com/office/drawing/2014/main" id="{7DB048E5-4A3E-F611-BF55-8B147B4E5E59}"/>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056339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C24E9AAE-09A9-F594-7159-AE899941B795}"/>
            </a:ext>
          </a:extLst>
        </p:cNvPr>
        <p:cNvGrpSpPr/>
        <p:nvPr/>
      </p:nvGrpSpPr>
      <p:grpSpPr>
        <a:xfrm>
          <a:off x="0" y="0"/>
          <a:ext cx="0" cy="0"/>
          <a:chOff x="0" y="0"/>
          <a:chExt cx="0" cy="0"/>
        </a:xfrm>
      </p:grpSpPr>
      <p:sp>
        <p:nvSpPr>
          <p:cNvPr id="81" name="Google Shape;81;p1:notes">
            <a:extLst>
              <a:ext uri="{FF2B5EF4-FFF2-40B4-BE49-F238E27FC236}">
                <a16:creationId xmlns:a16="http://schemas.microsoft.com/office/drawing/2014/main" id="{98B3565C-B6B3-B4CE-853D-7D8D6DD126E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a:extLst>
              <a:ext uri="{FF2B5EF4-FFF2-40B4-BE49-F238E27FC236}">
                <a16:creationId xmlns:a16="http://schemas.microsoft.com/office/drawing/2014/main" id="{02721672-A80B-A658-7A7A-5584B166571B}"/>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114206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8630CF1F-DA61-4939-708D-B96E19160009}"/>
            </a:ext>
          </a:extLst>
        </p:cNvPr>
        <p:cNvGrpSpPr/>
        <p:nvPr/>
      </p:nvGrpSpPr>
      <p:grpSpPr>
        <a:xfrm>
          <a:off x="0" y="0"/>
          <a:ext cx="0" cy="0"/>
          <a:chOff x="0" y="0"/>
          <a:chExt cx="0" cy="0"/>
        </a:xfrm>
      </p:grpSpPr>
      <p:sp>
        <p:nvSpPr>
          <p:cNvPr id="81" name="Google Shape;81;p1:notes">
            <a:extLst>
              <a:ext uri="{FF2B5EF4-FFF2-40B4-BE49-F238E27FC236}">
                <a16:creationId xmlns:a16="http://schemas.microsoft.com/office/drawing/2014/main" id="{139CF494-9D70-99A4-E66E-ED5D58D96CB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a:extLst>
              <a:ext uri="{FF2B5EF4-FFF2-40B4-BE49-F238E27FC236}">
                <a16:creationId xmlns:a16="http://schemas.microsoft.com/office/drawing/2014/main" id="{2DA4F68B-FB62-F28F-3950-B25C1F3CBF12}"/>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514513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1792ADF6-9AD4-EBA9-C32F-CF510A214036}"/>
            </a:ext>
          </a:extLst>
        </p:cNvPr>
        <p:cNvGrpSpPr/>
        <p:nvPr/>
      </p:nvGrpSpPr>
      <p:grpSpPr>
        <a:xfrm>
          <a:off x="0" y="0"/>
          <a:ext cx="0" cy="0"/>
          <a:chOff x="0" y="0"/>
          <a:chExt cx="0" cy="0"/>
        </a:xfrm>
      </p:grpSpPr>
      <p:sp>
        <p:nvSpPr>
          <p:cNvPr id="81" name="Google Shape;81;p1:notes">
            <a:extLst>
              <a:ext uri="{FF2B5EF4-FFF2-40B4-BE49-F238E27FC236}">
                <a16:creationId xmlns:a16="http://schemas.microsoft.com/office/drawing/2014/main" id="{CDE7351E-8000-6737-EE4D-2B1D2CB101E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a:extLst>
              <a:ext uri="{FF2B5EF4-FFF2-40B4-BE49-F238E27FC236}">
                <a16:creationId xmlns:a16="http://schemas.microsoft.com/office/drawing/2014/main" id="{0AC0E729-0312-C347-2CD6-5B88A34589CF}"/>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221056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90D1D010-D862-CFFD-80B7-A710B60154FF}"/>
            </a:ext>
          </a:extLst>
        </p:cNvPr>
        <p:cNvGrpSpPr/>
        <p:nvPr/>
      </p:nvGrpSpPr>
      <p:grpSpPr>
        <a:xfrm>
          <a:off x="0" y="0"/>
          <a:ext cx="0" cy="0"/>
          <a:chOff x="0" y="0"/>
          <a:chExt cx="0" cy="0"/>
        </a:xfrm>
      </p:grpSpPr>
      <p:sp>
        <p:nvSpPr>
          <p:cNvPr id="81" name="Google Shape;81;p1:notes">
            <a:extLst>
              <a:ext uri="{FF2B5EF4-FFF2-40B4-BE49-F238E27FC236}">
                <a16:creationId xmlns:a16="http://schemas.microsoft.com/office/drawing/2014/main" id="{F3BCAD9D-9AEE-C1D5-2916-13F9696DA98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a:extLst>
              <a:ext uri="{FF2B5EF4-FFF2-40B4-BE49-F238E27FC236}">
                <a16:creationId xmlns:a16="http://schemas.microsoft.com/office/drawing/2014/main" id="{9B2B5DBC-2A43-0FE6-76AF-B7C458F9CB70}"/>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437375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6588ABB6-262F-0073-BB9D-6535365800E5}"/>
            </a:ext>
          </a:extLst>
        </p:cNvPr>
        <p:cNvGrpSpPr/>
        <p:nvPr/>
      </p:nvGrpSpPr>
      <p:grpSpPr>
        <a:xfrm>
          <a:off x="0" y="0"/>
          <a:ext cx="0" cy="0"/>
          <a:chOff x="0" y="0"/>
          <a:chExt cx="0" cy="0"/>
        </a:xfrm>
      </p:grpSpPr>
      <p:sp>
        <p:nvSpPr>
          <p:cNvPr id="81" name="Google Shape;81;p1:notes">
            <a:extLst>
              <a:ext uri="{FF2B5EF4-FFF2-40B4-BE49-F238E27FC236}">
                <a16:creationId xmlns:a16="http://schemas.microsoft.com/office/drawing/2014/main" id="{89FE89D7-0471-4704-C435-8A84784F554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a:extLst>
              <a:ext uri="{FF2B5EF4-FFF2-40B4-BE49-F238E27FC236}">
                <a16:creationId xmlns:a16="http://schemas.microsoft.com/office/drawing/2014/main" id="{C3622AD6-0AA7-55A3-D782-7ABE293F11F9}"/>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292614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52C3C5AC-B2A2-F194-B2AD-3FB12CCAC3DC}"/>
            </a:ext>
          </a:extLst>
        </p:cNvPr>
        <p:cNvGrpSpPr/>
        <p:nvPr/>
      </p:nvGrpSpPr>
      <p:grpSpPr>
        <a:xfrm>
          <a:off x="0" y="0"/>
          <a:ext cx="0" cy="0"/>
          <a:chOff x="0" y="0"/>
          <a:chExt cx="0" cy="0"/>
        </a:xfrm>
      </p:grpSpPr>
      <p:sp>
        <p:nvSpPr>
          <p:cNvPr id="81" name="Google Shape;81;p1:notes">
            <a:extLst>
              <a:ext uri="{FF2B5EF4-FFF2-40B4-BE49-F238E27FC236}">
                <a16:creationId xmlns:a16="http://schemas.microsoft.com/office/drawing/2014/main" id="{77FC16B9-77C7-3708-6327-1D0538079CC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a:extLst>
              <a:ext uri="{FF2B5EF4-FFF2-40B4-BE49-F238E27FC236}">
                <a16:creationId xmlns:a16="http://schemas.microsoft.com/office/drawing/2014/main" id="{6C8A3778-A946-55EB-D5F6-D3AC0DAA2188}"/>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464334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63DAD4FF-59D2-A78D-6173-4937BAA7973F}"/>
            </a:ext>
          </a:extLst>
        </p:cNvPr>
        <p:cNvGrpSpPr/>
        <p:nvPr/>
      </p:nvGrpSpPr>
      <p:grpSpPr>
        <a:xfrm>
          <a:off x="0" y="0"/>
          <a:ext cx="0" cy="0"/>
          <a:chOff x="0" y="0"/>
          <a:chExt cx="0" cy="0"/>
        </a:xfrm>
      </p:grpSpPr>
      <p:sp>
        <p:nvSpPr>
          <p:cNvPr id="81" name="Google Shape;81;p1:notes">
            <a:extLst>
              <a:ext uri="{FF2B5EF4-FFF2-40B4-BE49-F238E27FC236}">
                <a16:creationId xmlns:a16="http://schemas.microsoft.com/office/drawing/2014/main" id="{57424421-E389-8081-9CAF-2A55151274E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a:extLst>
              <a:ext uri="{FF2B5EF4-FFF2-40B4-BE49-F238E27FC236}">
                <a16:creationId xmlns:a16="http://schemas.microsoft.com/office/drawing/2014/main" id="{4F6C2F06-80BC-E64B-BE75-BB64B09D5836}"/>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085447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A8B12382-B2BD-C19B-EF15-5E063AFFD7E1}"/>
            </a:ext>
          </a:extLst>
        </p:cNvPr>
        <p:cNvGrpSpPr/>
        <p:nvPr/>
      </p:nvGrpSpPr>
      <p:grpSpPr>
        <a:xfrm>
          <a:off x="0" y="0"/>
          <a:ext cx="0" cy="0"/>
          <a:chOff x="0" y="0"/>
          <a:chExt cx="0" cy="0"/>
        </a:xfrm>
      </p:grpSpPr>
      <p:sp>
        <p:nvSpPr>
          <p:cNvPr id="81" name="Google Shape;81;p1:notes">
            <a:extLst>
              <a:ext uri="{FF2B5EF4-FFF2-40B4-BE49-F238E27FC236}">
                <a16:creationId xmlns:a16="http://schemas.microsoft.com/office/drawing/2014/main" id="{CB2D9715-73BA-E93B-F97D-CE1C4BC6C88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a:extLst>
              <a:ext uri="{FF2B5EF4-FFF2-40B4-BE49-F238E27FC236}">
                <a16:creationId xmlns:a16="http://schemas.microsoft.com/office/drawing/2014/main" id="{E2B41756-7275-E739-3264-76324C1E24C5}"/>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936594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64925AF6-5997-A05A-9941-8C225459688E}"/>
            </a:ext>
          </a:extLst>
        </p:cNvPr>
        <p:cNvGrpSpPr/>
        <p:nvPr/>
      </p:nvGrpSpPr>
      <p:grpSpPr>
        <a:xfrm>
          <a:off x="0" y="0"/>
          <a:ext cx="0" cy="0"/>
          <a:chOff x="0" y="0"/>
          <a:chExt cx="0" cy="0"/>
        </a:xfrm>
      </p:grpSpPr>
      <p:sp>
        <p:nvSpPr>
          <p:cNvPr id="81" name="Google Shape;81;p1:notes">
            <a:extLst>
              <a:ext uri="{FF2B5EF4-FFF2-40B4-BE49-F238E27FC236}">
                <a16:creationId xmlns:a16="http://schemas.microsoft.com/office/drawing/2014/main" id="{1A555DB0-F006-961C-41B4-44398DF0635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a:extLst>
              <a:ext uri="{FF2B5EF4-FFF2-40B4-BE49-F238E27FC236}">
                <a16:creationId xmlns:a16="http://schemas.microsoft.com/office/drawing/2014/main" id="{2B372D43-E4D7-FAA8-CA4F-ED4FF3F83572}"/>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566952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53A88D5E-A46E-5B7C-1B1C-DFE76F0EEEC7}"/>
            </a:ext>
          </a:extLst>
        </p:cNvPr>
        <p:cNvGrpSpPr/>
        <p:nvPr/>
      </p:nvGrpSpPr>
      <p:grpSpPr>
        <a:xfrm>
          <a:off x="0" y="0"/>
          <a:ext cx="0" cy="0"/>
          <a:chOff x="0" y="0"/>
          <a:chExt cx="0" cy="0"/>
        </a:xfrm>
      </p:grpSpPr>
      <p:sp>
        <p:nvSpPr>
          <p:cNvPr id="81" name="Google Shape;81;p1:notes">
            <a:extLst>
              <a:ext uri="{FF2B5EF4-FFF2-40B4-BE49-F238E27FC236}">
                <a16:creationId xmlns:a16="http://schemas.microsoft.com/office/drawing/2014/main" id="{AB58E767-B63F-F8F9-313D-769806D0192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a:extLst>
              <a:ext uri="{FF2B5EF4-FFF2-40B4-BE49-F238E27FC236}">
                <a16:creationId xmlns:a16="http://schemas.microsoft.com/office/drawing/2014/main" id="{F1188628-EF09-D5F4-7E50-AB4C70C30EAC}"/>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066617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7EB5C6E7-FBE5-9487-EFA7-C943E1E1F1E6}"/>
            </a:ext>
          </a:extLst>
        </p:cNvPr>
        <p:cNvGrpSpPr/>
        <p:nvPr/>
      </p:nvGrpSpPr>
      <p:grpSpPr>
        <a:xfrm>
          <a:off x="0" y="0"/>
          <a:ext cx="0" cy="0"/>
          <a:chOff x="0" y="0"/>
          <a:chExt cx="0" cy="0"/>
        </a:xfrm>
      </p:grpSpPr>
      <p:sp>
        <p:nvSpPr>
          <p:cNvPr id="81" name="Google Shape;81;p1:notes">
            <a:extLst>
              <a:ext uri="{FF2B5EF4-FFF2-40B4-BE49-F238E27FC236}">
                <a16:creationId xmlns:a16="http://schemas.microsoft.com/office/drawing/2014/main" id="{2653590C-2FE1-3464-2B33-A2DDE63570C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a:extLst>
              <a:ext uri="{FF2B5EF4-FFF2-40B4-BE49-F238E27FC236}">
                <a16:creationId xmlns:a16="http://schemas.microsoft.com/office/drawing/2014/main" id="{3EFC2E09-3D7A-1EEC-C704-C901D0B07915}"/>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680773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1C7A4E4D-F6C3-0052-2883-907196030A31}"/>
            </a:ext>
          </a:extLst>
        </p:cNvPr>
        <p:cNvGrpSpPr/>
        <p:nvPr/>
      </p:nvGrpSpPr>
      <p:grpSpPr>
        <a:xfrm>
          <a:off x="0" y="0"/>
          <a:ext cx="0" cy="0"/>
          <a:chOff x="0" y="0"/>
          <a:chExt cx="0" cy="0"/>
        </a:xfrm>
      </p:grpSpPr>
      <p:sp>
        <p:nvSpPr>
          <p:cNvPr id="81" name="Google Shape;81;p1:notes">
            <a:extLst>
              <a:ext uri="{FF2B5EF4-FFF2-40B4-BE49-F238E27FC236}">
                <a16:creationId xmlns:a16="http://schemas.microsoft.com/office/drawing/2014/main" id="{4E172547-F54A-C104-738A-8E51322F9CB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a:extLst>
              <a:ext uri="{FF2B5EF4-FFF2-40B4-BE49-F238E27FC236}">
                <a16:creationId xmlns:a16="http://schemas.microsoft.com/office/drawing/2014/main" id="{65A2F384-0852-585B-6E89-5371BA331C43}"/>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378631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D6F1F089-F305-7EF4-9BFF-77845C43E306}"/>
            </a:ext>
          </a:extLst>
        </p:cNvPr>
        <p:cNvGrpSpPr/>
        <p:nvPr/>
      </p:nvGrpSpPr>
      <p:grpSpPr>
        <a:xfrm>
          <a:off x="0" y="0"/>
          <a:ext cx="0" cy="0"/>
          <a:chOff x="0" y="0"/>
          <a:chExt cx="0" cy="0"/>
        </a:xfrm>
      </p:grpSpPr>
      <p:sp>
        <p:nvSpPr>
          <p:cNvPr id="81" name="Google Shape;81;p1:notes">
            <a:extLst>
              <a:ext uri="{FF2B5EF4-FFF2-40B4-BE49-F238E27FC236}">
                <a16:creationId xmlns:a16="http://schemas.microsoft.com/office/drawing/2014/main" id="{D4D7CA53-1697-E6E2-9A5C-733E3D7EE7F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a:extLst>
              <a:ext uri="{FF2B5EF4-FFF2-40B4-BE49-F238E27FC236}">
                <a16:creationId xmlns:a16="http://schemas.microsoft.com/office/drawing/2014/main" id="{7AA6A3E9-0F76-EF68-CF32-D0169D50FAF1}"/>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54709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3"/>
          <p:cNvSpPr txBox="1">
            <a:spLocks noGrp="1"/>
          </p:cNvSpPr>
          <p:nvPr>
            <p:ph type="ctrTitle"/>
          </p:nvPr>
        </p:nvSpPr>
        <p:spPr>
          <a:xfrm>
            <a:off x="960120" y="1571308"/>
            <a:ext cx="10881360" cy="334264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8400"/>
              <a:buFont typeface="Calibri"/>
              <a:buNone/>
              <a:defRPr sz="8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3"/>
          <p:cNvSpPr txBox="1">
            <a:spLocks noGrp="1"/>
          </p:cNvSpPr>
          <p:nvPr>
            <p:ph type="subTitle" idx="1"/>
          </p:nvPr>
        </p:nvSpPr>
        <p:spPr>
          <a:xfrm>
            <a:off x="1600200" y="5042853"/>
            <a:ext cx="9601200" cy="2318067"/>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400"/>
              </a:spcBef>
              <a:spcAft>
                <a:spcPts val="0"/>
              </a:spcAft>
              <a:buClr>
                <a:schemeClr val="dk1"/>
              </a:buClr>
              <a:buSzPts val="3360"/>
              <a:buNone/>
              <a:defRPr sz="3359"/>
            </a:lvl1pPr>
            <a:lvl2pPr lvl="1" algn="ctr">
              <a:lnSpc>
                <a:spcPct val="90000"/>
              </a:lnSpc>
              <a:spcBef>
                <a:spcPts val="700"/>
              </a:spcBef>
              <a:spcAft>
                <a:spcPts val="0"/>
              </a:spcAft>
              <a:buClr>
                <a:schemeClr val="dk1"/>
              </a:buClr>
              <a:buSzPts val="2800"/>
              <a:buNone/>
              <a:defRPr sz="2800"/>
            </a:lvl2pPr>
            <a:lvl3pPr lvl="2" algn="ctr">
              <a:lnSpc>
                <a:spcPct val="90000"/>
              </a:lnSpc>
              <a:spcBef>
                <a:spcPts val="700"/>
              </a:spcBef>
              <a:spcAft>
                <a:spcPts val="0"/>
              </a:spcAft>
              <a:buClr>
                <a:schemeClr val="dk1"/>
              </a:buClr>
              <a:buSzPts val="2520"/>
              <a:buNone/>
              <a:defRPr sz="2520"/>
            </a:lvl3pPr>
            <a:lvl4pPr lvl="3" algn="ctr">
              <a:lnSpc>
                <a:spcPct val="90000"/>
              </a:lnSpc>
              <a:spcBef>
                <a:spcPts val="700"/>
              </a:spcBef>
              <a:spcAft>
                <a:spcPts val="0"/>
              </a:spcAft>
              <a:buClr>
                <a:schemeClr val="dk1"/>
              </a:buClr>
              <a:buSzPts val="2240"/>
              <a:buNone/>
              <a:defRPr sz="2240"/>
            </a:lvl4pPr>
            <a:lvl5pPr lvl="4" algn="ctr">
              <a:lnSpc>
                <a:spcPct val="90000"/>
              </a:lnSpc>
              <a:spcBef>
                <a:spcPts val="700"/>
              </a:spcBef>
              <a:spcAft>
                <a:spcPts val="0"/>
              </a:spcAft>
              <a:buClr>
                <a:schemeClr val="dk1"/>
              </a:buClr>
              <a:buSzPts val="2240"/>
              <a:buNone/>
              <a:defRPr sz="2240"/>
            </a:lvl5pPr>
            <a:lvl6pPr lvl="5" algn="ctr">
              <a:lnSpc>
                <a:spcPct val="90000"/>
              </a:lnSpc>
              <a:spcBef>
                <a:spcPts val="700"/>
              </a:spcBef>
              <a:spcAft>
                <a:spcPts val="0"/>
              </a:spcAft>
              <a:buClr>
                <a:schemeClr val="dk1"/>
              </a:buClr>
              <a:buSzPts val="2240"/>
              <a:buNone/>
              <a:defRPr sz="2240"/>
            </a:lvl6pPr>
            <a:lvl7pPr lvl="6" algn="ctr">
              <a:lnSpc>
                <a:spcPct val="90000"/>
              </a:lnSpc>
              <a:spcBef>
                <a:spcPts val="700"/>
              </a:spcBef>
              <a:spcAft>
                <a:spcPts val="0"/>
              </a:spcAft>
              <a:buClr>
                <a:schemeClr val="dk1"/>
              </a:buClr>
              <a:buSzPts val="2240"/>
              <a:buNone/>
              <a:defRPr sz="2240"/>
            </a:lvl7pPr>
            <a:lvl8pPr lvl="7" algn="ctr">
              <a:lnSpc>
                <a:spcPct val="90000"/>
              </a:lnSpc>
              <a:spcBef>
                <a:spcPts val="700"/>
              </a:spcBef>
              <a:spcAft>
                <a:spcPts val="0"/>
              </a:spcAft>
              <a:buClr>
                <a:schemeClr val="dk1"/>
              </a:buClr>
              <a:buSzPts val="2240"/>
              <a:buNone/>
              <a:defRPr sz="2240"/>
            </a:lvl8pPr>
            <a:lvl9pPr lvl="8" algn="ctr">
              <a:lnSpc>
                <a:spcPct val="90000"/>
              </a:lnSpc>
              <a:spcBef>
                <a:spcPts val="700"/>
              </a:spcBef>
              <a:spcAft>
                <a:spcPts val="0"/>
              </a:spcAft>
              <a:buClr>
                <a:schemeClr val="dk1"/>
              </a:buClr>
              <a:buSzPts val="2240"/>
              <a:buNone/>
              <a:defRPr sz="2240"/>
            </a:lvl9pPr>
          </a:lstStyle>
          <a:p>
            <a:endParaRPr/>
          </a:p>
        </p:txBody>
      </p:sp>
      <p:sp>
        <p:nvSpPr>
          <p:cNvPr id="14" name="Google Shape;14;p3"/>
          <p:cNvSpPr txBox="1">
            <a:spLocks noGrp="1"/>
          </p:cNvSpPr>
          <p:nvPr>
            <p:ph type="dt" idx="10"/>
          </p:nvPr>
        </p:nvSpPr>
        <p:spPr>
          <a:xfrm>
            <a:off x="880110" y="8898892"/>
            <a:ext cx="2880360" cy="51117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3"/>
          <p:cNvSpPr txBox="1">
            <a:spLocks noGrp="1"/>
          </p:cNvSpPr>
          <p:nvPr>
            <p:ph type="ftr" idx="11"/>
          </p:nvPr>
        </p:nvSpPr>
        <p:spPr>
          <a:xfrm>
            <a:off x="4240530" y="8898892"/>
            <a:ext cx="4320540" cy="51117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3"/>
          <p:cNvSpPr txBox="1">
            <a:spLocks noGrp="1"/>
          </p:cNvSpPr>
          <p:nvPr>
            <p:ph type="sldNum" idx="12"/>
          </p:nvPr>
        </p:nvSpPr>
        <p:spPr>
          <a:xfrm>
            <a:off x="9041130" y="8898892"/>
            <a:ext cx="2880360" cy="51117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5"/>
          <p:cNvSpPr txBox="1">
            <a:spLocks noGrp="1"/>
          </p:cNvSpPr>
          <p:nvPr>
            <p:ph type="title"/>
          </p:nvPr>
        </p:nvSpPr>
        <p:spPr>
          <a:xfrm>
            <a:off x="873443" y="2393635"/>
            <a:ext cx="11041380" cy="3993832"/>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8400"/>
              <a:buFont typeface="Calibri"/>
              <a:buNone/>
              <a:defRPr sz="8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5"/>
          <p:cNvSpPr txBox="1">
            <a:spLocks noGrp="1"/>
          </p:cNvSpPr>
          <p:nvPr>
            <p:ph type="body" idx="1"/>
          </p:nvPr>
        </p:nvSpPr>
        <p:spPr>
          <a:xfrm>
            <a:off x="873443" y="6425250"/>
            <a:ext cx="11041380" cy="210026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400"/>
              </a:spcBef>
              <a:spcAft>
                <a:spcPts val="0"/>
              </a:spcAft>
              <a:buClr>
                <a:schemeClr val="dk1"/>
              </a:buClr>
              <a:buSzPts val="3360"/>
              <a:buNone/>
              <a:defRPr sz="3359">
                <a:solidFill>
                  <a:schemeClr val="dk1"/>
                </a:solidFill>
              </a:defRPr>
            </a:lvl1pPr>
            <a:lvl2pPr marL="914400" lvl="1" indent="-228600" algn="l">
              <a:lnSpc>
                <a:spcPct val="90000"/>
              </a:lnSpc>
              <a:spcBef>
                <a:spcPts val="700"/>
              </a:spcBef>
              <a:spcAft>
                <a:spcPts val="0"/>
              </a:spcAft>
              <a:buClr>
                <a:srgbClr val="888888"/>
              </a:buClr>
              <a:buSzPts val="2800"/>
              <a:buNone/>
              <a:defRPr sz="2800">
                <a:solidFill>
                  <a:srgbClr val="888888"/>
                </a:solidFill>
              </a:defRPr>
            </a:lvl2pPr>
            <a:lvl3pPr marL="1371600" lvl="2" indent="-228600" algn="l">
              <a:lnSpc>
                <a:spcPct val="90000"/>
              </a:lnSpc>
              <a:spcBef>
                <a:spcPts val="700"/>
              </a:spcBef>
              <a:spcAft>
                <a:spcPts val="0"/>
              </a:spcAft>
              <a:buClr>
                <a:srgbClr val="888888"/>
              </a:buClr>
              <a:buSzPts val="2520"/>
              <a:buNone/>
              <a:defRPr sz="2520">
                <a:solidFill>
                  <a:srgbClr val="888888"/>
                </a:solidFill>
              </a:defRPr>
            </a:lvl3pPr>
            <a:lvl4pPr marL="1828800" lvl="3" indent="-228600" algn="l">
              <a:lnSpc>
                <a:spcPct val="90000"/>
              </a:lnSpc>
              <a:spcBef>
                <a:spcPts val="700"/>
              </a:spcBef>
              <a:spcAft>
                <a:spcPts val="0"/>
              </a:spcAft>
              <a:buClr>
                <a:srgbClr val="888888"/>
              </a:buClr>
              <a:buSzPts val="2240"/>
              <a:buNone/>
              <a:defRPr sz="2240">
                <a:solidFill>
                  <a:srgbClr val="888888"/>
                </a:solidFill>
              </a:defRPr>
            </a:lvl4pPr>
            <a:lvl5pPr marL="2286000" lvl="4" indent="-228600" algn="l">
              <a:lnSpc>
                <a:spcPct val="90000"/>
              </a:lnSpc>
              <a:spcBef>
                <a:spcPts val="700"/>
              </a:spcBef>
              <a:spcAft>
                <a:spcPts val="0"/>
              </a:spcAft>
              <a:buClr>
                <a:srgbClr val="888888"/>
              </a:buClr>
              <a:buSzPts val="2240"/>
              <a:buNone/>
              <a:defRPr sz="2240">
                <a:solidFill>
                  <a:srgbClr val="888888"/>
                </a:solidFill>
              </a:defRPr>
            </a:lvl5pPr>
            <a:lvl6pPr marL="2743200" lvl="5" indent="-228600" algn="l">
              <a:lnSpc>
                <a:spcPct val="90000"/>
              </a:lnSpc>
              <a:spcBef>
                <a:spcPts val="700"/>
              </a:spcBef>
              <a:spcAft>
                <a:spcPts val="0"/>
              </a:spcAft>
              <a:buClr>
                <a:srgbClr val="888888"/>
              </a:buClr>
              <a:buSzPts val="2240"/>
              <a:buNone/>
              <a:defRPr sz="2240">
                <a:solidFill>
                  <a:srgbClr val="888888"/>
                </a:solidFill>
              </a:defRPr>
            </a:lvl6pPr>
            <a:lvl7pPr marL="3200400" lvl="6" indent="-228600" algn="l">
              <a:lnSpc>
                <a:spcPct val="90000"/>
              </a:lnSpc>
              <a:spcBef>
                <a:spcPts val="700"/>
              </a:spcBef>
              <a:spcAft>
                <a:spcPts val="0"/>
              </a:spcAft>
              <a:buClr>
                <a:srgbClr val="888888"/>
              </a:buClr>
              <a:buSzPts val="2240"/>
              <a:buNone/>
              <a:defRPr sz="2240">
                <a:solidFill>
                  <a:srgbClr val="888888"/>
                </a:solidFill>
              </a:defRPr>
            </a:lvl7pPr>
            <a:lvl8pPr marL="3657600" lvl="7" indent="-228600" algn="l">
              <a:lnSpc>
                <a:spcPct val="90000"/>
              </a:lnSpc>
              <a:spcBef>
                <a:spcPts val="700"/>
              </a:spcBef>
              <a:spcAft>
                <a:spcPts val="0"/>
              </a:spcAft>
              <a:buClr>
                <a:srgbClr val="888888"/>
              </a:buClr>
              <a:buSzPts val="2240"/>
              <a:buNone/>
              <a:defRPr sz="2240">
                <a:solidFill>
                  <a:srgbClr val="888888"/>
                </a:solidFill>
              </a:defRPr>
            </a:lvl8pPr>
            <a:lvl9pPr marL="4114800" lvl="8" indent="-228600" algn="l">
              <a:lnSpc>
                <a:spcPct val="90000"/>
              </a:lnSpc>
              <a:spcBef>
                <a:spcPts val="700"/>
              </a:spcBef>
              <a:spcAft>
                <a:spcPts val="0"/>
              </a:spcAft>
              <a:buClr>
                <a:srgbClr val="888888"/>
              </a:buClr>
              <a:buSzPts val="2240"/>
              <a:buNone/>
              <a:defRPr sz="2240">
                <a:solidFill>
                  <a:srgbClr val="888888"/>
                </a:solidFill>
              </a:defRPr>
            </a:lvl9pPr>
          </a:lstStyle>
          <a:p>
            <a:endParaRPr/>
          </a:p>
        </p:txBody>
      </p:sp>
      <p:sp>
        <p:nvSpPr>
          <p:cNvPr id="26" name="Google Shape;26;p5"/>
          <p:cNvSpPr txBox="1">
            <a:spLocks noGrp="1"/>
          </p:cNvSpPr>
          <p:nvPr>
            <p:ph type="dt" idx="10"/>
          </p:nvPr>
        </p:nvSpPr>
        <p:spPr>
          <a:xfrm>
            <a:off x="880110" y="8898892"/>
            <a:ext cx="2880360" cy="51117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5"/>
          <p:cNvSpPr txBox="1">
            <a:spLocks noGrp="1"/>
          </p:cNvSpPr>
          <p:nvPr>
            <p:ph type="ftr" idx="11"/>
          </p:nvPr>
        </p:nvSpPr>
        <p:spPr>
          <a:xfrm>
            <a:off x="4240530" y="8898892"/>
            <a:ext cx="4320540" cy="51117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5"/>
          <p:cNvSpPr txBox="1">
            <a:spLocks noGrp="1"/>
          </p:cNvSpPr>
          <p:nvPr>
            <p:ph type="sldNum" idx="12"/>
          </p:nvPr>
        </p:nvSpPr>
        <p:spPr>
          <a:xfrm>
            <a:off x="9041130" y="8898892"/>
            <a:ext cx="2880360" cy="51117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6"/>
          <p:cNvSpPr txBox="1">
            <a:spLocks noGrp="1"/>
          </p:cNvSpPr>
          <p:nvPr>
            <p:ph type="title"/>
          </p:nvPr>
        </p:nvSpPr>
        <p:spPr>
          <a:xfrm>
            <a:off x="880110" y="511177"/>
            <a:ext cx="11041380" cy="185578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6"/>
          <p:cNvSpPr txBox="1">
            <a:spLocks noGrp="1"/>
          </p:cNvSpPr>
          <p:nvPr>
            <p:ph type="body" idx="1"/>
          </p:nvPr>
        </p:nvSpPr>
        <p:spPr>
          <a:xfrm>
            <a:off x="880110" y="2555875"/>
            <a:ext cx="5440680" cy="6091873"/>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400"/>
              </a:spcBef>
              <a:spcAft>
                <a:spcPts val="0"/>
              </a:spcAft>
              <a:buClr>
                <a:schemeClr val="dk1"/>
              </a:buClr>
              <a:buSzPts val="1800"/>
              <a:buChar char="•"/>
              <a:defRPr/>
            </a:lvl1pPr>
            <a:lvl2pPr marL="914400" lvl="1" indent="-342900" algn="l">
              <a:lnSpc>
                <a:spcPct val="90000"/>
              </a:lnSpc>
              <a:spcBef>
                <a:spcPts val="700"/>
              </a:spcBef>
              <a:spcAft>
                <a:spcPts val="0"/>
              </a:spcAft>
              <a:buClr>
                <a:schemeClr val="dk1"/>
              </a:buClr>
              <a:buSzPts val="1800"/>
              <a:buChar char="•"/>
              <a:defRPr/>
            </a:lvl2pPr>
            <a:lvl3pPr marL="1371600" lvl="2" indent="-342900" algn="l">
              <a:lnSpc>
                <a:spcPct val="90000"/>
              </a:lnSpc>
              <a:spcBef>
                <a:spcPts val="700"/>
              </a:spcBef>
              <a:spcAft>
                <a:spcPts val="0"/>
              </a:spcAft>
              <a:buClr>
                <a:schemeClr val="dk1"/>
              </a:buClr>
              <a:buSzPts val="1800"/>
              <a:buChar char="•"/>
              <a:defRPr/>
            </a:lvl3pPr>
            <a:lvl4pPr marL="1828800" lvl="3" indent="-342900" algn="l">
              <a:lnSpc>
                <a:spcPct val="90000"/>
              </a:lnSpc>
              <a:spcBef>
                <a:spcPts val="700"/>
              </a:spcBef>
              <a:spcAft>
                <a:spcPts val="0"/>
              </a:spcAft>
              <a:buClr>
                <a:schemeClr val="dk1"/>
              </a:buClr>
              <a:buSzPts val="1800"/>
              <a:buChar char="•"/>
              <a:defRPr/>
            </a:lvl4pPr>
            <a:lvl5pPr marL="2286000" lvl="4" indent="-342900" algn="l">
              <a:lnSpc>
                <a:spcPct val="90000"/>
              </a:lnSpc>
              <a:spcBef>
                <a:spcPts val="700"/>
              </a:spcBef>
              <a:spcAft>
                <a:spcPts val="0"/>
              </a:spcAft>
              <a:buClr>
                <a:schemeClr val="dk1"/>
              </a:buClr>
              <a:buSzPts val="1800"/>
              <a:buChar char="•"/>
              <a:defRPr/>
            </a:lvl5pPr>
            <a:lvl6pPr marL="2743200" lvl="5" indent="-342900" algn="l">
              <a:lnSpc>
                <a:spcPct val="90000"/>
              </a:lnSpc>
              <a:spcBef>
                <a:spcPts val="700"/>
              </a:spcBef>
              <a:spcAft>
                <a:spcPts val="0"/>
              </a:spcAft>
              <a:buClr>
                <a:schemeClr val="dk1"/>
              </a:buClr>
              <a:buSzPts val="1800"/>
              <a:buChar char="•"/>
              <a:defRPr/>
            </a:lvl6pPr>
            <a:lvl7pPr marL="3200400" lvl="6" indent="-342900" algn="l">
              <a:lnSpc>
                <a:spcPct val="90000"/>
              </a:lnSpc>
              <a:spcBef>
                <a:spcPts val="700"/>
              </a:spcBef>
              <a:spcAft>
                <a:spcPts val="0"/>
              </a:spcAft>
              <a:buClr>
                <a:schemeClr val="dk1"/>
              </a:buClr>
              <a:buSzPts val="1800"/>
              <a:buChar char="•"/>
              <a:defRPr/>
            </a:lvl7pPr>
            <a:lvl8pPr marL="3657600" lvl="7" indent="-342900" algn="l">
              <a:lnSpc>
                <a:spcPct val="90000"/>
              </a:lnSpc>
              <a:spcBef>
                <a:spcPts val="700"/>
              </a:spcBef>
              <a:spcAft>
                <a:spcPts val="0"/>
              </a:spcAft>
              <a:buClr>
                <a:schemeClr val="dk1"/>
              </a:buClr>
              <a:buSzPts val="1800"/>
              <a:buChar char="•"/>
              <a:defRPr/>
            </a:lvl8pPr>
            <a:lvl9pPr marL="4114800" lvl="8" indent="-342900" algn="l">
              <a:lnSpc>
                <a:spcPct val="90000"/>
              </a:lnSpc>
              <a:spcBef>
                <a:spcPts val="700"/>
              </a:spcBef>
              <a:spcAft>
                <a:spcPts val="0"/>
              </a:spcAft>
              <a:buClr>
                <a:schemeClr val="dk1"/>
              </a:buClr>
              <a:buSzPts val="1800"/>
              <a:buChar char="•"/>
              <a:defRPr/>
            </a:lvl9pPr>
          </a:lstStyle>
          <a:p>
            <a:endParaRPr/>
          </a:p>
        </p:txBody>
      </p:sp>
      <p:sp>
        <p:nvSpPr>
          <p:cNvPr id="32" name="Google Shape;32;p6"/>
          <p:cNvSpPr txBox="1">
            <a:spLocks noGrp="1"/>
          </p:cNvSpPr>
          <p:nvPr>
            <p:ph type="body" idx="2"/>
          </p:nvPr>
        </p:nvSpPr>
        <p:spPr>
          <a:xfrm>
            <a:off x="6480810" y="2555875"/>
            <a:ext cx="5440680" cy="6091873"/>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400"/>
              </a:spcBef>
              <a:spcAft>
                <a:spcPts val="0"/>
              </a:spcAft>
              <a:buClr>
                <a:schemeClr val="dk1"/>
              </a:buClr>
              <a:buSzPts val="1800"/>
              <a:buChar char="•"/>
              <a:defRPr/>
            </a:lvl1pPr>
            <a:lvl2pPr marL="914400" lvl="1" indent="-342900" algn="l">
              <a:lnSpc>
                <a:spcPct val="90000"/>
              </a:lnSpc>
              <a:spcBef>
                <a:spcPts val="700"/>
              </a:spcBef>
              <a:spcAft>
                <a:spcPts val="0"/>
              </a:spcAft>
              <a:buClr>
                <a:schemeClr val="dk1"/>
              </a:buClr>
              <a:buSzPts val="1800"/>
              <a:buChar char="•"/>
              <a:defRPr/>
            </a:lvl2pPr>
            <a:lvl3pPr marL="1371600" lvl="2" indent="-342900" algn="l">
              <a:lnSpc>
                <a:spcPct val="90000"/>
              </a:lnSpc>
              <a:spcBef>
                <a:spcPts val="700"/>
              </a:spcBef>
              <a:spcAft>
                <a:spcPts val="0"/>
              </a:spcAft>
              <a:buClr>
                <a:schemeClr val="dk1"/>
              </a:buClr>
              <a:buSzPts val="1800"/>
              <a:buChar char="•"/>
              <a:defRPr/>
            </a:lvl3pPr>
            <a:lvl4pPr marL="1828800" lvl="3" indent="-342900" algn="l">
              <a:lnSpc>
                <a:spcPct val="90000"/>
              </a:lnSpc>
              <a:spcBef>
                <a:spcPts val="700"/>
              </a:spcBef>
              <a:spcAft>
                <a:spcPts val="0"/>
              </a:spcAft>
              <a:buClr>
                <a:schemeClr val="dk1"/>
              </a:buClr>
              <a:buSzPts val="1800"/>
              <a:buChar char="•"/>
              <a:defRPr/>
            </a:lvl4pPr>
            <a:lvl5pPr marL="2286000" lvl="4" indent="-342900" algn="l">
              <a:lnSpc>
                <a:spcPct val="90000"/>
              </a:lnSpc>
              <a:spcBef>
                <a:spcPts val="700"/>
              </a:spcBef>
              <a:spcAft>
                <a:spcPts val="0"/>
              </a:spcAft>
              <a:buClr>
                <a:schemeClr val="dk1"/>
              </a:buClr>
              <a:buSzPts val="1800"/>
              <a:buChar char="•"/>
              <a:defRPr/>
            </a:lvl5pPr>
            <a:lvl6pPr marL="2743200" lvl="5" indent="-342900" algn="l">
              <a:lnSpc>
                <a:spcPct val="90000"/>
              </a:lnSpc>
              <a:spcBef>
                <a:spcPts val="700"/>
              </a:spcBef>
              <a:spcAft>
                <a:spcPts val="0"/>
              </a:spcAft>
              <a:buClr>
                <a:schemeClr val="dk1"/>
              </a:buClr>
              <a:buSzPts val="1800"/>
              <a:buChar char="•"/>
              <a:defRPr/>
            </a:lvl6pPr>
            <a:lvl7pPr marL="3200400" lvl="6" indent="-342900" algn="l">
              <a:lnSpc>
                <a:spcPct val="90000"/>
              </a:lnSpc>
              <a:spcBef>
                <a:spcPts val="700"/>
              </a:spcBef>
              <a:spcAft>
                <a:spcPts val="0"/>
              </a:spcAft>
              <a:buClr>
                <a:schemeClr val="dk1"/>
              </a:buClr>
              <a:buSzPts val="1800"/>
              <a:buChar char="•"/>
              <a:defRPr/>
            </a:lvl7pPr>
            <a:lvl8pPr marL="3657600" lvl="7" indent="-342900" algn="l">
              <a:lnSpc>
                <a:spcPct val="90000"/>
              </a:lnSpc>
              <a:spcBef>
                <a:spcPts val="700"/>
              </a:spcBef>
              <a:spcAft>
                <a:spcPts val="0"/>
              </a:spcAft>
              <a:buClr>
                <a:schemeClr val="dk1"/>
              </a:buClr>
              <a:buSzPts val="1800"/>
              <a:buChar char="•"/>
              <a:defRPr/>
            </a:lvl8pPr>
            <a:lvl9pPr marL="4114800" lvl="8" indent="-342900" algn="l">
              <a:lnSpc>
                <a:spcPct val="90000"/>
              </a:lnSpc>
              <a:spcBef>
                <a:spcPts val="700"/>
              </a:spcBef>
              <a:spcAft>
                <a:spcPts val="0"/>
              </a:spcAft>
              <a:buClr>
                <a:schemeClr val="dk1"/>
              </a:buClr>
              <a:buSzPts val="1800"/>
              <a:buChar char="•"/>
              <a:defRPr/>
            </a:lvl9pPr>
          </a:lstStyle>
          <a:p>
            <a:endParaRPr/>
          </a:p>
        </p:txBody>
      </p:sp>
      <p:sp>
        <p:nvSpPr>
          <p:cNvPr id="33" name="Google Shape;33;p6"/>
          <p:cNvSpPr txBox="1">
            <a:spLocks noGrp="1"/>
          </p:cNvSpPr>
          <p:nvPr>
            <p:ph type="dt" idx="10"/>
          </p:nvPr>
        </p:nvSpPr>
        <p:spPr>
          <a:xfrm>
            <a:off x="880110" y="8898892"/>
            <a:ext cx="2880360" cy="51117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6"/>
          <p:cNvSpPr txBox="1">
            <a:spLocks noGrp="1"/>
          </p:cNvSpPr>
          <p:nvPr>
            <p:ph type="ftr" idx="11"/>
          </p:nvPr>
        </p:nvSpPr>
        <p:spPr>
          <a:xfrm>
            <a:off x="4240530" y="8898892"/>
            <a:ext cx="4320540" cy="51117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6"/>
          <p:cNvSpPr txBox="1">
            <a:spLocks noGrp="1"/>
          </p:cNvSpPr>
          <p:nvPr>
            <p:ph type="sldNum" idx="12"/>
          </p:nvPr>
        </p:nvSpPr>
        <p:spPr>
          <a:xfrm>
            <a:off x="9041130" y="8898892"/>
            <a:ext cx="2880360" cy="51117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7"/>
          <p:cNvSpPr txBox="1">
            <a:spLocks noGrp="1"/>
          </p:cNvSpPr>
          <p:nvPr>
            <p:ph type="title"/>
          </p:nvPr>
        </p:nvSpPr>
        <p:spPr>
          <a:xfrm>
            <a:off x="881777" y="511177"/>
            <a:ext cx="11041380" cy="185578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7"/>
          <p:cNvSpPr txBox="1">
            <a:spLocks noGrp="1"/>
          </p:cNvSpPr>
          <p:nvPr>
            <p:ph type="body" idx="1"/>
          </p:nvPr>
        </p:nvSpPr>
        <p:spPr>
          <a:xfrm>
            <a:off x="881779" y="2353628"/>
            <a:ext cx="5415676" cy="1153477"/>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400"/>
              </a:spcBef>
              <a:spcAft>
                <a:spcPts val="0"/>
              </a:spcAft>
              <a:buClr>
                <a:schemeClr val="dk1"/>
              </a:buClr>
              <a:buSzPts val="3360"/>
              <a:buNone/>
              <a:defRPr sz="3359" b="1"/>
            </a:lvl1pPr>
            <a:lvl2pPr marL="914400" lvl="1" indent="-228600" algn="l">
              <a:lnSpc>
                <a:spcPct val="90000"/>
              </a:lnSpc>
              <a:spcBef>
                <a:spcPts val="700"/>
              </a:spcBef>
              <a:spcAft>
                <a:spcPts val="0"/>
              </a:spcAft>
              <a:buClr>
                <a:schemeClr val="dk1"/>
              </a:buClr>
              <a:buSzPts val="2800"/>
              <a:buNone/>
              <a:defRPr sz="2800" b="1"/>
            </a:lvl2pPr>
            <a:lvl3pPr marL="1371600" lvl="2" indent="-228600" algn="l">
              <a:lnSpc>
                <a:spcPct val="90000"/>
              </a:lnSpc>
              <a:spcBef>
                <a:spcPts val="700"/>
              </a:spcBef>
              <a:spcAft>
                <a:spcPts val="0"/>
              </a:spcAft>
              <a:buClr>
                <a:schemeClr val="dk1"/>
              </a:buClr>
              <a:buSzPts val="2520"/>
              <a:buNone/>
              <a:defRPr sz="2520" b="1"/>
            </a:lvl3pPr>
            <a:lvl4pPr marL="1828800" lvl="3" indent="-228600" algn="l">
              <a:lnSpc>
                <a:spcPct val="90000"/>
              </a:lnSpc>
              <a:spcBef>
                <a:spcPts val="700"/>
              </a:spcBef>
              <a:spcAft>
                <a:spcPts val="0"/>
              </a:spcAft>
              <a:buClr>
                <a:schemeClr val="dk1"/>
              </a:buClr>
              <a:buSzPts val="2240"/>
              <a:buNone/>
              <a:defRPr sz="2240" b="1"/>
            </a:lvl4pPr>
            <a:lvl5pPr marL="2286000" lvl="4" indent="-228600" algn="l">
              <a:lnSpc>
                <a:spcPct val="90000"/>
              </a:lnSpc>
              <a:spcBef>
                <a:spcPts val="700"/>
              </a:spcBef>
              <a:spcAft>
                <a:spcPts val="0"/>
              </a:spcAft>
              <a:buClr>
                <a:schemeClr val="dk1"/>
              </a:buClr>
              <a:buSzPts val="2240"/>
              <a:buNone/>
              <a:defRPr sz="2240" b="1"/>
            </a:lvl5pPr>
            <a:lvl6pPr marL="2743200" lvl="5" indent="-228600" algn="l">
              <a:lnSpc>
                <a:spcPct val="90000"/>
              </a:lnSpc>
              <a:spcBef>
                <a:spcPts val="700"/>
              </a:spcBef>
              <a:spcAft>
                <a:spcPts val="0"/>
              </a:spcAft>
              <a:buClr>
                <a:schemeClr val="dk1"/>
              </a:buClr>
              <a:buSzPts val="2240"/>
              <a:buNone/>
              <a:defRPr sz="2240" b="1"/>
            </a:lvl6pPr>
            <a:lvl7pPr marL="3200400" lvl="6" indent="-228600" algn="l">
              <a:lnSpc>
                <a:spcPct val="90000"/>
              </a:lnSpc>
              <a:spcBef>
                <a:spcPts val="700"/>
              </a:spcBef>
              <a:spcAft>
                <a:spcPts val="0"/>
              </a:spcAft>
              <a:buClr>
                <a:schemeClr val="dk1"/>
              </a:buClr>
              <a:buSzPts val="2240"/>
              <a:buNone/>
              <a:defRPr sz="2240" b="1"/>
            </a:lvl7pPr>
            <a:lvl8pPr marL="3657600" lvl="7" indent="-228600" algn="l">
              <a:lnSpc>
                <a:spcPct val="90000"/>
              </a:lnSpc>
              <a:spcBef>
                <a:spcPts val="700"/>
              </a:spcBef>
              <a:spcAft>
                <a:spcPts val="0"/>
              </a:spcAft>
              <a:buClr>
                <a:schemeClr val="dk1"/>
              </a:buClr>
              <a:buSzPts val="2240"/>
              <a:buNone/>
              <a:defRPr sz="2240" b="1"/>
            </a:lvl8pPr>
            <a:lvl9pPr marL="4114800" lvl="8" indent="-228600" algn="l">
              <a:lnSpc>
                <a:spcPct val="90000"/>
              </a:lnSpc>
              <a:spcBef>
                <a:spcPts val="700"/>
              </a:spcBef>
              <a:spcAft>
                <a:spcPts val="0"/>
              </a:spcAft>
              <a:buClr>
                <a:schemeClr val="dk1"/>
              </a:buClr>
              <a:buSzPts val="2240"/>
              <a:buNone/>
              <a:defRPr sz="2240" b="1"/>
            </a:lvl9pPr>
          </a:lstStyle>
          <a:p>
            <a:endParaRPr/>
          </a:p>
        </p:txBody>
      </p:sp>
      <p:sp>
        <p:nvSpPr>
          <p:cNvPr id="39" name="Google Shape;39;p7"/>
          <p:cNvSpPr txBox="1">
            <a:spLocks noGrp="1"/>
          </p:cNvSpPr>
          <p:nvPr>
            <p:ph type="body" idx="2"/>
          </p:nvPr>
        </p:nvSpPr>
        <p:spPr>
          <a:xfrm>
            <a:off x="881779" y="3507105"/>
            <a:ext cx="5415676" cy="5158423"/>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400"/>
              </a:spcBef>
              <a:spcAft>
                <a:spcPts val="0"/>
              </a:spcAft>
              <a:buClr>
                <a:schemeClr val="dk1"/>
              </a:buClr>
              <a:buSzPts val="1800"/>
              <a:buChar char="•"/>
              <a:defRPr/>
            </a:lvl1pPr>
            <a:lvl2pPr marL="914400" lvl="1" indent="-342900" algn="l">
              <a:lnSpc>
                <a:spcPct val="90000"/>
              </a:lnSpc>
              <a:spcBef>
                <a:spcPts val="700"/>
              </a:spcBef>
              <a:spcAft>
                <a:spcPts val="0"/>
              </a:spcAft>
              <a:buClr>
                <a:schemeClr val="dk1"/>
              </a:buClr>
              <a:buSzPts val="1800"/>
              <a:buChar char="•"/>
              <a:defRPr/>
            </a:lvl2pPr>
            <a:lvl3pPr marL="1371600" lvl="2" indent="-342900" algn="l">
              <a:lnSpc>
                <a:spcPct val="90000"/>
              </a:lnSpc>
              <a:spcBef>
                <a:spcPts val="700"/>
              </a:spcBef>
              <a:spcAft>
                <a:spcPts val="0"/>
              </a:spcAft>
              <a:buClr>
                <a:schemeClr val="dk1"/>
              </a:buClr>
              <a:buSzPts val="1800"/>
              <a:buChar char="•"/>
              <a:defRPr/>
            </a:lvl3pPr>
            <a:lvl4pPr marL="1828800" lvl="3" indent="-342900" algn="l">
              <a:lnSpc>
                <a:spcPct val="90000"/>
              </a:lnSpc>
              <a:spcBef>
                <a:spcPts val="700"/>
              </a:spcBef>
              <a:spcAft>
                <a:spcPts val="0"/>
              </a:spcAft>
              <a:buClr>
                <a:schemeClr val="dk1"/>
              </a:buClr>
              <a:buSzPts val="1800"/>
              <a:buChar char="•"/>
              <a:defRPr/>
            </a:lvl4pPr>
            <a:lvl5pPr marL="2286000" lvl="4" indent="-342900" algn="l">
              <a:lnSpc>
                <a:spcPct val="90000"/>
              </a:lnSpc>
              <a:spcBef>
                <a:spcPts val="700"/>
              </a:spcBef>
              <a:spcAft>
                <a:spcPts val="0"/>
              </a:spcAft>
              <a:buClr>
                <a:schemeClr val="dk1"/>
              </a:buClr>
              <a:buSzPts val="1800"/>
              <a:buChar char="•"/>
              <a:defRPr/>
            </a:lvl5pPr>
            <a:lvl6pPr marL="2743200" lvl="5" indent="-342900" algn="l">
              <a:lnSpc>
                <a:spcPct val="90000"/>
              </a:lnSpc>
              <a:spcBef>
                <a:spcPts val="700"/>
              </a:spcBef>
              <a:spcAft>
                <a:spcPts val="0"/>
              </a:spcAft>
              <a:buClr>
                <a:schemeClr val="dk1"/>
              </a:buClr>
              <a:buSzPts val="1800"/>
              <a:buChar char="•"/>
              <a:defRPr/>
            </a:lvl6pPr>
            <a:lvl7pPr marL="3200400" lvl="6" indent="-342900" algn="l">
              <a:lnSpc>
                <a:spcPct val="90000"/>
              </a:lnSpc>
              <a:spcBef>
                <a:spcPts val="700"/>
              </a:spcBef>
              <a:spcAft>
                <a:spcPts val="0"/>
              </a:spcAft>
              <a:buClr>
                <a:schemeClr val="dk1"/>
              </a:buClr>
              <a:buSzPts val="1800"/>
              <a:buChar char="•"/>
              <a:defRPr/>
            </a:lvl7pPr>
            <a:lvl8pPr marL="3657600" lvl="7" indent="-342900" algn="l">
              <a:lnSpc>
                <a:spcPct val="90000"/>
              </a:lnSpc>
              <a:spcBef>
                <a:spcPts val="700"/>
              </a:spcBef>
              <a:spcAft>
                <a:spcPts val="0"/>
              </a:spcAft>
              <a:buClr>
                <a:schemeClr val="dk1"/>
              </a:buClr>
              <a:buSzPts val="1800"/>
              <a:buChar char="•"/>
              <a:defRPr/>
            </a:lvl8pPr>
            <a:lvl9pPr marL="4114800" lvl="8" indent="-342900" algn="l">
              <a:lnSpc>
                <a:spcPct val="90000"/>
              </a:lnSpc>
              <a:spcBef>
                <a:spcPts val="700"/>
              </a:spcBef>
              <a:spcAft>
                <a:spcPts val="0"/>
              </a:spcAft>
              <a:buClr>
                <a:schemeClr val="dk1"/>
              </a:buClr>
              <a:buSzPts val="1800"/>
              <a:buChar char="•"/>
              <a:defRPr/>
            </a:lvl9pPr>
          </a:lstStyle>
          <a:p>
            <a:endParaRPr/>
          </a:p>
        </p:txBody>
      </p:sp>
      <p:sp>
        <p:nvSpPr>
          <p:cNvPr id="40" name="Google Shape;40;p7"/>
          <p:cNvSpPr txBox="1">
            <a:spLocks noGrp="1"/>
          </p:cNvSpPr>
          <p:nvPr>
            <p:ph type="body" idx="3"/>
          </p:nvPr>
        </p:nvSpPr>
        <p:spPr>
          <a:xfrm>
            <a:off x="6480811" y="2353628"/>
            <a:ext cx="5442347" cy="1153477"/>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400"/>
              </a:spcBef>
              <a:spcAft>
                <a:spcPts val="0"/>
              </a:spcAft>
              <a:buClr>
                <a:schemeClr val="dk1"/>
              </a:buClr>
              <a:buSzPts val="3360"/>
              <a:buNone/>
              <a:defRPr sz="3359" b="1"/>
            </a:lvl1pPr>
            <a:lvl2pPr marL="914400" lvl="1" indent="-228600" algn="l">
              <a:lnSpc>
                <a:spcPct val="90000"/>
              </a:lnSpc>
              <a:spcBef>
                <a:spcPts val="700"/>
              </a:spcBef>
              <a:spcAft>
                <a:spcPts val="0"/>
              </a:spcAft>
              <a:buClr>
                <a:schemeClr val="dk1"/>
              </a:buClr>
              <a:buSzPts val="2800"/>
              <a:buNone/>
              <a:defRPr sz="2800" b="1"/>
            </a:lvl2pPr>
            <a:lvl3pPr marL="1371600" lvl="2" indent="-228600" algn="l">
              <a:lnSpc>
                <a:spcPct val="90000"/>
              </a:lnSpc>
              <a:spcBef>
                <a:spcPts val="700"/>
              </a:spcBef>
              <a:spcAft>
                <a:spcPts val="0"/>
              </a:spcAft>
              <a:buClr>
                <a:schemeClr val="dk1"/>
              </a:buClr>
              <a:buSzPts val="2520"/>
              <a:buNone/>
              <a:defRPr sz="2520" b="1"/>
            </a:lvl3pPr>
            <a:lvl4pPr marL="1828800" lvl="3" indent="-228600" algn="l">
              <a:lnSpc>
                <a:spcPct val="90000"/>
              </a:lnSpc>
              <a:spcBef>
                <a:spcPts val="700"/>
              </a:spcBef>
              <a:spcAft>
                <a:spcPts val="0"/>
              </a:spcAft>
              <a:buClr>
                <a:schemeClr val="dk1"/>
              </a:buClr>
              <a:buSzPts val="2240"/>
              <a:buNone/>
              <a:defRPr sz="2240" b="1"/>
            </a:lvl4pPr>
            <a:lvl5pPr marL="2286000" lvl="4" indent="-228600" algn="l">
              <a:lnSpc>
                <a:spcPct val="90000"/>
              </a:lnSpc>
              <a:spcBef>
                <a:spcPts val="700"/>
              </a:spcBef>
              <a:spcAft>
                <a:spcPts val="0"/>
              </a:spcAft>
              <a:buClr>
                <a:schemeClr val="dk1"/>
              </a:buClr>
              <a:buSzPts val="2240"/>
              <a:buNone/>
              <a:defRPr sz="2240" b="1"/>
            </a:lvl5pPr>
            <a:lvl6pPr marL="2743200" lvl="5" indent="-228600" algn="l">
              <a:lnSpc>
                <a:spcPct val="90000"/>
              </a:lnSpc>
              <a:spcBef>
                <a:spcPts val="700"/>
              </a:spcBef>
              <a:spcAft>
                <a:spcPts val="0"/>
              </a:spcAft>
              <a:buClr>
                <a:schemeClr val="dk1"/>
              </a:buClr>
              <a:buSzPts val="2240"/>
              <a:buNone/>
              <a:defRPr sz="2240" b="1"/>
            </a:lvl6pPr>
            <a:lvl7pPr marL="3200400" lvl="6" indent="-228600" algn="l">
              <a:lnSpc>
                <a:spcPct val="90000"/>
              </a:lnSpc>
              <a:spcBef>
                <a:spcPts val="700"/>
              </a:spcBef>
              <a:spcAft>
                <a:spcPts val="0"/>
              </a:spcAft>
              <a:buClr>
                <a:schemeClr val="dk1"/>
              </a:buClr>
              <a:buSzPts val="2240"/>
              <a:buNone/>
              <a:defRPr sz="2240" b="1"/>
            </a:lvl7pPr>
            <a:lvl8pPr marL="3657600" lvl="7" indent="-228600" algn="l">
              <a:lnSpc>
                <a:spcPct val="90000"/>
              </a:lnSpc>
              <a:spcBef>
                <a:spcPts val="700"/>
              </a:spcBef>
              <a:spcAft>
                <a:spcPts val="0"/>
              </a:spcAft>
              <a:buClr>
                <a:schemeClr val="dk1"/>
              </a:buClr>
              <a:buSzPts val="2240"/>
              <a:buNone/>
              <a:defRPr sz="2240" b="1"/>
            </a:lvl8pPr>
            <a:lvl9pPr marL="4114800" lvl="8" indent="-228600" algn="l">
              <a:lnSpc>
                <a:spcPct val="90000"/>
              </a:lnSpc>
              <a:spcBef>
                <a:spcPts val="700"/>
              </a:spcBef>
              <a:spcAft>
                <a:spcPts val="0"/>
              </a:spcAft>
              <a:buClr>
                <a:schemeClr val="dk1"/>
              </a:buClr>
              <a:buSzPts val="2240"/>
              <a:buNone/>
              <a:defRPr sz="2240" b="1"/>
            </a:lvl9pPr>
          </a:lstStyle>
          <a:p>
            <a:endParaRPr/>
          </a:p>
        </p:txBody>
      </p:sp>
      <p:sp>
        <p:nvSpPr>
          <p:cNvPr id="41" name="Google Shape;41;p7"/>
          <p:cNvSpPr txBox="1">
            <a:spLocks noGrp="1"/>
          </p:cNvSpPr>
          <p:nvPr>
            <p:ph type="body" idx="4"/>
          </p:nvPr>
        </p:nvSpPr>
        <p:spPr>
          <a:xfrm>
            <a:off x="6480811" y="3507105"/>
            <a:ext cx="5442347" cy="5158423"/>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400"/>
              </a:spcBef>
              <a:spcAft>
                <a:spcPts val="0"/>
              </a:spcAft>
              <a:buClr>
                <a:schemeClr val="dk1"/>
              </a:buClr>
              <a:buSzPts val="1800"/>
              <a:buChar char="•"/>
              <a:defRPr/>
            </a:lvl1pPr>
            <a:lvl2pPr marL="914400" lvl="1" indent="-342900" algn="l">
              <a:lnSpc>
                <a:spcPct val="90000"/>
              </a:lnSpc>
              <a:spcBef>
                <a:spcPts val="700"/>
              </a:spcBef>
              <a:spcAft>
                <a:spcPts val="0"/>
              </a:spcAft>
              <a:buClr>
                <a:schemeClr val="dk1"/>
              </a:buClr>
              <a:buSzPts val="1800"/>
              <a:buChar char="•"/>
              <a:defRPr/>
            </a:lvl2pPr>
            <a:lvl3pPr marL="1371600" lvl="2" indent="-342900" algn="l">
              <a:lnSpc>
                <a:spcPct val="90000"/>
              </a:lnSpc>
              <a:spcBef>
                <a:spcPts val="700"/>
              </a:spcBef>
              <a:spcAft>
                <a:spcPts val="0"/>
              </a:spcAft>
              <a:buClr>
                <a:schemeClr val="dk1"/>
              </a:buClr>
              <a:buSzPts val="1800"/>
              <a:buChar char="•"/>
              <a:defRPr/>
            </a:lvl3pPr>
            <a:lvl4pPr marL="1828800" lvl="3" indent="-342900" algn="l">
              <a:lnSpc>
                <a:spcPct val="90000"/>
              </a:lnSpc>
              <a:spcBef>
                <a:spcPts val="700"/>
              </a:spcBef>
              <a:spcAft>
                <a:spcPts val="0"/>
              </a:spcAft>
              <a:buClr>
                <a:schemeClr val="dk1"/>
              </a:buClr>
              <a:buSzPts val="1800"/>
              <a:buChar char="•"/>
              <a:defRPr/>
            </a:lvl4pPr>
            <a:lvl5pPr marL="2286000" lvl="4" indent="-342900" algn="l">
              <a:lnSpc>
                <a:spcPct val="90000"/>
              </a:lnSpc>
              <a:spcBef>
                <a:spcPts val="700"/>
              </a:spcBef>
              <a:spcAft>
                <a:spcPts val="0"/>
              </a:spcAft>
              <a:buClr>
                <a:schemeClr val="dk1"/>
              </a:buClr>
              <a:buSzPts val="1800"/>
              <a:buChar char="•"/>
              <a:defRPr/>
            </a:lvl5pPr>
            <a:lvl6pPr marL="2743200" lvl="5" indent="-342900" algn="l">
              <a:lnSpc>
                <a:spcPct val="90000"/>
              </a:lnSpc>
              <a:spcBef>
                <a:spcPts val="700"/>
              </a:spcBef>
              <a:spcAft>
                <a:spcPts val="0"/>
              </a:spcAft>
              <a:buClr>
                <a:schemeClr val="dk1"/>
              </a:buClr>
              <a:buSzPts val="1800"/>
              <a:buChar char="•"/>
              <a:defRPr/>
            </a:lvl6pPr>
            <a:lvl7pPr marL="3200400" lvl="6" indent="-342900" algn="l">
              <a:lnSpc>
                <a:spcPct val="90000"/>
              </a:lnSpc>
              <a:spcBef>
                <a:spcPts val="700"/>
              </a:spcBef>
              <a:spcAft>
                <a:spcPts val="0"/>
              </a:spcAft>
              <a:buClr>
                <a:schemeClr val="dk1"/>
              </a:buClr>
              <a:buSzPts val="1800"/>
              <a:buChar char="•"/>
              <a:defRPr/>
            </a:lvl7pPr>
            <a:lvl8pPr marL="3657600" lvl="7" indent="-342900" algn="l">
              <a:lnSpc>
                <a:spcPct val="90000"/>
              </a:lnSpc>
              <a:spcBef>
                <a:spcPts val="700"/>
              </a:spcBef>
              <a:spcAft>
                <a:spcPts val="0"/>
              </a:spcAft>
              <a:buClr>
                <a:schemeClr val="dk1"/>
              </a:buClr>
              <a:buSzPts val="1800"/>
              <a:buChar char="•"/>
              <a:defRPr/>
            </a:lvl8pPr>
            <a:lvl9pPr marL="4114800" lvl="8" indent="-342900" algn="l">
              <a:lnSpc>
                <a:spcPct val="90000"/>
              </a:lnSpc>
              <a:spcBef>
                <a:spcPts val="700"/>
              </a:spcBef>
              <a:spcAft>
                <a:spcPts val="0"/>
              </a:spcAft>
              <a:buClr>
                <a:schemeClr val="dk1"/>
              </a:buClr>
              <a:buSzPts val="1800"/>
              <a:buChar char="•"/>
              <a:defRPr/>
            </a:lvl9pPr>
          </a:lstStyle>
          <a:p>
            <a:endParaRPr/>
          </a:p>
        </p:txBody>
      </p:sp>
      <p:sp>
        <p:nvSpPr>
          <p:cNvPr id="42" name="Google Shape;42;p7"/>
          <p:cNvSpPr txBox="1">
            <a:spLocks noGrp="1"/>
          </p:cNvSpPr>
          <p:nvPr>
            <p:ph type="dt" idx="10"/>
          </p:nvPr>
        </p:nvSpPr>
        <p:spPr>
          <a:xfrm>
            <a:off x="880110" y="8898892"/>
            <a:ext cx="2880360" cy="51117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7"/>
          <p:cNvSpPr txBox="1">
            <a:spLocks noGrp="1"/>
          </p:cNvSpPr>
          <p:nvPr>
            <p:ph type="ftr" idx="11"/>
          </p:nvPr>
        </p:nvSpPr>
        <p:spPr>
          <a:xfrm>
            <a:off x="4240530" y="8898892"/>
            <a:ext cx="4320540" cy="51117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7"/>
          <p:cNvSpPr txBox="1">
            <a:spLocks noGrp="1"/>
          </p:cNvSpPr>
          <p:nvPr>
            <p:ph type="sldNum" idx="12"/>
          </p:nvPr>
        </p:nvSpPr>
        <p:spPr>
          <a:xfrm>
            <a:off x="9041130" y="8898892"/>
            <a:ext cx="2880360" cy="51117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8"/>
          <p:cNvSpPr txBox="1">
            <a:spLocks noGrp="1"/>
          </p:cNvSpPr>
          <p:nvPr>
            <p:ph type="title"/>
          </p:nvPr>
        </p:nvSpPr>
        <p:spPr>
          <a:xfrm>
            <a:off x="880110" y="511177"/>
            <a:ext cx="11041380" cy="185578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8"/>
          <p:cNvSpPr txBox="1">
            <a:spLocks noGrp="1"/>
          </p:cNvSpPr>
          <p:nvPr>
            <p:ph type="dt" idx="10"/>
          </p:nvPr>
        </p:nvSpPr>
        <p:spPr>
          <a:xfrm>
            <a:off x="880110" y="8898892"/>
            <a:ext cx="2880360" cy="51117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8"/>
          <p:cNvSpPr txBox="1">
            <a:spLocks noGrp="1"/>
          </p:cNvSpPr>
          <p:nvPr>
            <p:ph type="ftr" idx="11"/>
          </p:nvPr>
        </p:nvSpPr>
        <p:spPr>
          <a:xfrm>
            <a:off x="4240530" y="8898892"/>
            <a:ext cx="4320540" cy="51117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8"/>
          <p:cNvSpPr txBox="1">
            <a:spLocks noGrp="1"/>
          </p:cNvSpPr>
          <p:nvPr>
            <p:ph type="sldNum" idx="12"/>
          </p:nvPr>
        </p:nvSpPr>
        <p:spPr>
          <a:xfrm>
            <a:off x="9041130" y="8898892"/>
            <a:ext cx="2880360" cy="51117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9"/>
          <p:cNvSpPr txBox="1">
            <a:spLocks noGrp="1"/>
          </p:cNvSpPr>
          <p:nvPr>
            <p:ph type="dt" idx="10"/>
          </p:nvPr>
        </p:nvSpPr>
        <p:spPr>
          <a:xfrm>
            <a:off x="880110" y="8898892"/>
            <a:ext cx="2880360" cy="51117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9"/>
          <p:cNvSpPr txBox="1">
            <a:spLocks noGrp="1"/>
          </p:cNvSpPr>
          <p:nvPr>
            <p:ph type="ftr" idx="11"/>
          </p:nvPr>
        </p:nvSpPr>
        <p:spPr>
          <a:xfrm>
            <a:off x="4240530" y="8898892"/>
            <a:ext cx="4320540" cy="51117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9"/>
          <p:cNvSpPr txBox="1">
            <a:spLocks noGrp="1"/>
          </p:cNvSpPr>
          <p:nvPr>
            <p:ph type="sldNum" idx="12"/>
          </p:nvPr>
        </p:nvSpPr>
        <p:spPr>
          <a:xfrm>
            <a:off x="9041130" y="8898892"/>
            <a:ext cx="2880360" cy="51117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10"/>
          <p:cNvSpPr txBox="1">
            <a:spLocks noGrp="1"/>
          </p:cNvSpPr>
          <p:nvPr>
            <p:ph type="title"/>
          </p:nvPr>
        </p:nvSpPr>
        <p:spPr>
          <a:xfrm>
            <a:off x="881778" y="640080"/>
            <a:ext cx="4128849" cy="224028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480"/>
              <a:buFont typeface="Calibri"/>
              <a:buNone/>
              <a:defRPr sz="448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10"/>
          <p:cNvSpPr txBox="1">
            <a:spLocks noGrp="1"/>
          </p:cNvSpPr>
          <p:nvPr>
            <p:ph type="body" idx="1"/>
          </p:nvPr>
        </p:nvSpPr>
        <p:spPr>
          <a:xfrm>
            <a:off x="5442347" y="1382397"/>
            <a:ext cx="6480810" cy="6823075"/>
          </a:xfrm>
          <a:prstGeom prst="rect">
            <a:avLst/>
          </a:prstGeom>
          <a:noFill/>
          <a:ln>
            <a:noFill/>
          </a:ln>
        </p:spPr>
        <p:txBody>
          <a:bodyPr spcFirstLastPara="1" wrap="square" lIns="91425" tIns="45700" rIns="91425" bIns="45700" anchor="t" anchorCtr="0">
            <a:normAutofit/>
          </a:bodyPr>
          <a:lstStyle>
            <a:lvl1pPr marL="457200" lvl="0" indent="-513080" algn="l">
              <a:lnSpc>
                <a:spcPct val="90000"/>
              </a:lnSpc>
              <a:spcBef>
                <a:spcPts val="1400"/>
              </a:spcBef>
              <a:spcAft>
                <a:spcPts val="0"/>
              </a:spcAft>
              <a:buClr>
                <a:schemeClr val="dk1"/>
              </a:buClr>
              <a:buSzPts val="4480"/>
              <a:buChar char="•"/>
              <a:defRPr sz="4480"/>
            </a:lvl1pPr>
            <a:lvl2pPr marL="914400" lvl="1" indent="-477519" algn="l">
              <a:lnSpc>
                <a:spcPct val="90000"/>
              </a:lnSpc>
              <a:spcBef>
                <a:spcPts val="700"/>
              </a:spcBef>
              <a:spcAft>
                <a:spcPts val="0"/>
              </a:spcAft>
              <a:buClr>
                <a:schemeClr val="dk1"/>
              </a:buClr>
              <a:buSzPts val="3920"/>
              <a:buChar char="•"/>
              <a:defRPr sz="3920"/>
            </a:lvl2pPr>
            <a:lvl3pPr marL="1371600" lvl="2" indent="-441960" algn="l">
              <a:lnSpc>
                <a:spcPct val="90000"/>
              </a:lnSpc>
              <a:spcBef>
                <a:spcPts val="700"/>
              </a:spcBef>
              <a:spcAft>
                <a:spcPts val="0"/>
              </a:spcAft>
              <a:buClr>
                <a:schemeClr val="dk1"/>
              </a:buClr>
              <a:buSzPts val="3360"/>
              <a:buChar char="•"/>
              <a:defRPr sz="3359"/>
            </a:lvl3pPr>
            <a:lvl4pPr marL="1828800" lvl="3" indent="-406400" algn="l">
              <a:lnSpc>
                <a:spcPct val="90000"/>
              </a:lnSpc>
              <a:spcBef>
                <a:spcPts val="700"/>
              </a:spcBef>
              <a:spcAft>
                <a:spcPts val="0"/>
              </a:spcAft>
              <a:buClr>
                <a:schemeClr val="dk1"/>
              </a:buClr>
              <a:buSzPts val="2800"/>
              <a:buChar char="•"/>
              <a:defRPr sz="2800"/>
            </a:lvl4pPr>
            <a:lvl5pPr marL="2286000" lvl="4" indent="-406400" algn="l">
              <a:lnSpc>
                <a:spcPct val="90000"/>
              </a:lnSpc>
              <a:spcBef>
                <a:spcPts val="700"/>
              </a:spcBef>
              <a:spcAft>
                <a:spcPts val="0"/>
              </a:spcAft>
              <a:buClr>
                <a:schemeClr val="dk1"/>
              </a:buClr>
              <a:buSzPts val="2800"/>
              <a:buChar char="•"/>
              <a:defRPr sz="2800"/>
            </a:lvl5pPr>
            <a:lvl6pPr marL="2743200" lvl="5" indent="-406400" algn="l">
              <a:lnSpc>
                <a:spcPct val="90000"/>
              </a:lnSpc>
              <a:spcBef>
                <a:spcPts val="700"/>
              </a:spcBef>
              <a:spcAft>
                <a:spcPts val="0"/>
              </a:spcAft>
              <a:buClr>
                <a:schemeClr val="dk1"/>
              </a:buClr>
              <a:buSzPts val="2800"/>
              <a:buChar char="•"/>
              <a:defRPr sz="2800"/>
            </a:lvl6pPr>
            <a:lvl7pPr marL="3200400" lvl="6" indent="-406400" algn="l">
              <a:lnSpc>
                <a:spcPct val="90000"/>
              </a:lnSpc>
              <a:spcBef>
                <a:spcPts val="700"/>
              </a:spcBef>
              <a:spcAft>
                <a:spcPts val="0"/>
              </a:spcAft>
              <a:buClr>
                <a:schemeClr val="dk1"/>
              </a:buClr>
              <a:buSzPts val="2800"/>
              <a:buChar char="•"/>
              <a:defRPr sz="2800"/>
            </a:lvl7pPr>
            <a:lvl8pPr marL="3657600" lvl="7" indent="-406400" algn="l">
              <a:lnSpc>
                <a:spcPct val="90000"/>
              </a:lnSpc>
              <a:spcBef>
                <a:spcPts val="700"/>
              </a:spcBef>
              <a:spcAft>
                <a:spcPts val="0"/>
              </a:spcAft>
              <a:buClr>
                <a:schemeClr val="dk1"/>
              </a:buClr>
              <a:buSzPts val="2800"/>
              <a:buChar char="•"/>
              <a:defRPr sz="2800"/>
            </a:lvl8pPr>
            <a:lvl9pPr marL="4114800" lvl="8" indent="-406400" algn="l">
              <a:lnSpc>
                <a:spcPct val="90000"/>
              </a:lnSpc>
              <a:spcBef>
                <a:spcPts val="700"/>
              </a:spcBef>
              <a:spcAft>
                <a:spcPts val="0"/>
              </a:spcAft>
              <a:buClr>
                <a:schemeClr val="dk1"/>
              </a:buClr>
              <a:buSzPts val="2800"/>
              <a:buChar char="•"/>
              <a:defRPr sz="2800"/>
            </a:lvl9pPr>
          </a:lstStyle>
          <a:p>
            <a:endParaRPr/>
          </a:p>
        </p:txBody>
      </p:sp>
      <p:sp>
        <p:nvSpPr>
          <p:cNvPr id="57" name="Google Shape;57;p10"/>
          <p:cNvSpPr txBox="1">
            <a:spLocks noGrp="1"/>
          </p:cNvSpPr>
          <p:nvPr>
            <p:ph type="body" idx="2"/>
          </p:nvPr>
        </p:nvSpPr>
        <p:spPr>
          <a:xfrm>
            <a:off x="881778" y="2880360"/>
            <a:ext cx="4128849" cy="533622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400"/>
              </a:spcBef>
              <a:spcAft>
                <a:spcPts val="0"/>
              </a:spcAft>
              <a:buClr>
                <a:schemeClr val="dk1"/>
              </a:buClr>
              <a:buSzPts val="2240"/>
              <a:buNone/>
              <a:defRPr sz="2240"/>
            </a:lvl1pPr>
            <a:lvl2pPr marL="914400" lvl="1" indent="-228600" algn="l">
              <a:lnSpc>
                <a:spcPct val="90000"/>
              </a:lnSpc>
              <a:spcBef>
                <a:spcPts val="700"/>
              </a:spcBef>
              <a:spcAft>
                <a:spcPts val="0"/>
              </a:spcAft>
              <a:buClr>
                <a:schemeClr val="dk1"/>
              </a:buClr>
              <a:buSzPts val="1960"/>
              <a:buNone/>
              <a:defRPr sz="1960"/>
            </a:lvl2pPr>
            <a:lvl3pPr marL="1371600" lvl="2" indent="-228600" algn="l">
              <a:lnSpc>
                <a:spcPct val="90000"/>
              </a:lnSpc>
              <a:spcBef>
                <a:spcPts val="700"/>
              </a:spcBef>
              <a:spcAft>
                <a:spcPts val="0"/>
              </a:spcAft>
              <a:buClr>
                <a:schemeClr val="dk1"/>
              </a:buClr>
              <a:buSzPts val="1680"/>
              <a:buNone/>
              <a:defRPr sz="1679"/>
            </a:lvl3pPr>
            <a:lvl4pPr marL="1828800" lvl="3" indent="-228600" algn="l">
              <a:lnSpc>
                <a:spcPct val="90000"/>
              </a:lnSpc>
              <a:spcBef>
                <a:spcPts val="700"/>
              </a:spcBef>
              <a:spcAft>
                <a:spcPts val="0"/>
              </a:spcAft>
              <a:buClr>
                <a:schemeClr val="dk1"/>
              </a:buClr>
              <a:buSzPts val="1400"/>
              <a:buNone/>
              <a:defRPr sz="1400"/>
            </a:lvl4pPr>
            <a:lvl5pPr marL="2286000" lvl="4" indent="-228600" algn="l">
              <a:lnSpc>
                <a:spcPct val="90000"/>
              </a:lnSpc>
              <a:spcBef>
                <a:spcPts val="700"/>
              </a:spcBef>
              <a:spcAft>
                <a:spcPts val="0"/>
              </a:spcAft>
              <a:buClr>
                <a:schemeClr val="dk1"/>
              </a:buClr>
              <a:buSzPts val="1400"/>
              <a:buNone/>
              <a:defRPr sz="1400"/>
            </a:lvl5pPr>
            <a:lvl6pPr marL="2743200" lvl="5" indent="-228600" algn="l">
              <a:lnSpc>
                <a:spcPct val="90000"/>
              </a:lnSpc>
              <a:spcBef>
                <a:spcPts val="700"/>
              </a:spcBef>
              <a:spcAft>
                <a:spcPts val="0"/>
              </a:spcAft>
              <a:buClr>
                <a:schemeClr val="dk1"/>
              </a:buClr>
              <a:buSzPts val="1400"/>
              <a:buNone/>
              <a:defRPr sz="1400"/>
            </a:lvl6pPr>
            <a:lvl7pPr marL="3200400" lvl="6" indent="-228600" algn="l">
              <a:lnSpc>
                <a:spcPct val="90000"/>
              </a:lnSpc>
              <a:spcBef>
                <a:spcPts val="700"/>
              </a:spcBef>
              <a:spcAft>
                <a:spcPts val="0"/>
              </a:spcAft>
              <a:buClr>
                <a:schemeClr val="dk1"/>
              </a:buClr>
              <a:buSzPts val="1400"/>
              <a:buNone/>
              <a:defRPr sz="1400"/>
            </a:lvl7pPr>
            <a:lvl8pPr marL="3657600" lvl="7" indent="-228600" algn="l">
              <a:lnSpc>
                <a:spcPct val="90000"/>
              </a:lnSpc>
              <a:spcBef>
                <a:spcPts val="700"/>
              </a:spcBef>
              <a:spcAft>
                <a:spcPts val="0"/>
              </a:spcAft>
              <a:buClr>
                <a:schemeClr val="dk1"/>
              </a:buClr>
              <a:buSzPts val="1400"/>
              <a:buNone/>
              <a:defRPr sz="1400"/>
            </a:lvl8pPr>
            <a:lvl9pPr marL="4114800" lvl="8" indent="-228600" algn="l">
              <a:lnSpc>
                <a:spcPct val="90000"/>
              </a:lnSpc>
              <a:spcBef>
                <a:spcPts val="700"/>
              </a:spcBef>
              <a:spcAft>
                <a:spcPts val="0"/>
              </a:spcAft>
              <a:buClr>
                <a:schemeClr val="dk1"/>
              </a:buClr>
              <a:buSzPts val="1400"/>
              <a:buNone/>
              <a:defRPr sz="1400"/>
            </a:lvl9pPr>
          </a:lstStyle>
          <a:p>
            <a:endParaRPr/>
          </a:p>
        </p:txBody>
      </p:sp>
      <p:sp>
        <p:nvSpPr>
          <p:cNvPr id="58" name="Google Shape;58;p10"/>
          <p:cNvSpPr txBox="1">
            <a:spLocks noGrp="1"/>
          </p:cNvSpPr>
          <p:nvPr>
            <p:ph type="dt" idx="10"/>
          </p:nvPr>
        </p:nvSpPr>
        <p:spPr>
          <a:xfrm>
            <a:off x="880110" y="8898892"/>
            <a:ext cx="2880360" cy="51117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0"/>
          <p:cNvSpPr txBox="1">
            <a:spLocks noGrp="1"/>
          </p:cNvSpPr>
          <p:nvPr>
            <p:ph type="ftr" idx="11"/>
          </p:nvPr>
        </p:nvSpPr>
        <p:spPr>
          <a:xfrm>
            <a:off x="4240530" y="8898892"/>
            <a:ext cx="4320540" cy="51117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0"/>
          <p:cNvSpPr txBox="1">
            <a:spLocks noGrp="1"/>
          </p:cNvSpPr>
          <p:nvPr>
            <p:ph type="sldNum" idx="12"/>
          </p:nvPr>
        </p:nvSpPr>
        <p:spPr>
          <a:xfrm>
            <a:off x="9041130" y="8898892"/>
            <a:ext cx="2880360" cy="51117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1"/>
          <p:cNvSpPr txBox="1">
            <a:spLocks noGrp="1"/>
          </p:cNvSpPr>
          <p:nvPr>
            <p:ph type="title"/>
          </p:nvPr>
        </p:nvSpPr>
        <p:spPr>
          <a:xfrm>
            <a:off x="881778" y="640080"/>
            <a:ext cx="4128849" cy="224028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480"/>
              <a:buFont typeface="Calibri"/>
              <a:buNone/>
              <a:defRPr sz="448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1"/>
          <p:cNvSpPr>
            <a:spLocks noGrp="1"/>
          </p:cNvSpPr>
          <p:nvPr>
            <p:ph type="pic" idx="2"/>
          </p:nvPr>
        </p:nvSpPr>
        <p:spPr>
          <a:xfrm>
            <a:off x="5442347" y="1382397"/>
            <a:ext cx="6480810" cy="6823075"/>
          </a:xfrm>
          <a:prstGeom prst="rect">
            <a:avLst/>
          </a:prstGeom>
          <a:noFill/>
          <a:ln>
            <a:noFill/>
          </a:ln>
        </p:spPr>
      </p:sp>
      <p:sp>
        <p:nvSpPr>
          <p:cNvPr id="64" name="Google Shape;64;p11"/>
          <p:cNvSpPr txBox="1">
            <a:spLocks noGrp="1"/>
          </p:cNvSpPr>
          <p:nvPr>
            <p:ph type="body" idx="1"/>
          </p:nvPr>
        </p:nvSpPr>
        <p:spPr>
          <a:xfrm>
            <a:off x="881778" y="2880360"/>
            <a:ext cx="4128849" cy="533622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400"/>
              </a:spcBef>
              <a:spcAft>
                <a:spcPts val="0"/>
              </a:spcAft>
              <a:buClr>
                <a:schemeClr val="dk1"/>
              </a:buClr>
              <a:buSzPts val="2240"/>
              <a:buNone/>
              <a:defRPr sz="2240"/>
            </a:lvl1pPr>
            <a:lvl2pPr marL="914400" lvl="1" indent="-228600" algn="l">
              <a:lnSpc>
                <a:spcPct val="90000"/>
              </a:lnSpc>
              <a:spcBef>
                <a:spcPts val="700"/>
              </a:spcBef>
              <a:spcAft>
                <a:spcPts val="0"/>
              </a:spcAft>
              <a:buClr>
                <a:schemeClr val="dk1"/>
              </a:buClr>
              <a:buSzPts val="1960"/>
              <a:buNone/>
              <a:defRPr sz="1960"/>
            </a:lvl2pPr>
            <a:lvl3pPr marL="1371600" lvl="2" indent="-228600" algn="l">
              <a:lnSpc>
                <a:spcPct val="90000"/>
              </a:lnSpc>
              <a:spcBef>
                <a:spcPts val="700"/>
              </a:spcBef>
              <a:spcAft>
                <a:spcPts val="0"/>
              </a:spcAft>
              <a:buClr>
                <a:schemeClr val="dk1"/>
              </a:buClr>
              <a:buSzPts val="1680"/>
              <a:buNone/>
              <a:defRPr sz="1679"/>
            </a:lvl3pPr>
            <a:lvl4pPr marL="1828800" lvl="3" indent="-228600" algn="l">
              <a:lnSpc>
                <a:spcPct val="90000"/>
              </a:lnSpc>
              <a:spcBef>
                <a:spcPts val="700"/>
              </a:spcBef>
              <a:spcAft>
                <a:spcPts val="0"/>
              </a:spcAft>
              <a:buClr>
                <a:schemeClr val="dk1"/>
              </a:buClr>
              <a:buSzPts val="1400"/>
              <a:buNone/>
              <a:defRPr sz="1400"/>
            </a:lvl4pPr>
            <a:lvl5pPr marL="2286000" lvl="4" indent="-228600" algn="l">
              <a:lnSpc>
                <a:spcPct val="90000"/>
              </a:lnSpc>
              <a:spcBef>
                <a:spcPts val="700"/>
              </a:spcBef>
              <a:spcAft>
                <a:spcPts val="0"/>
              </a:spcAft>
              <a:buClr>
                <a:schemeClr val="dk1"/>
              </a:buClr>
              <a:buSzPts val="1400"/>
              <a:buNone/>
              <a:defRPr sz="1400"/>
            </a:lvl5pPr>
            <a:lvl6pPr marL="2743200" lvl="5" indent="-228600" algn="l">
              <a:lnSpc>
                <a:spcPct val="90000"/>
              </a:lnSpc>
              <a:spcBef>
                <a:spcPts val="700"/>
              </a:spcBef>
              <a:spcAft>
                <a:spcPts val="0"/>
              </a:spcAft>
              <a:buClr>
                <a:schemeClr val="dk1"/>
              </a:buClr>
              <a:buSzPts val="1400"/>
              <a:buNone/>
              <a:defRPr sz="1400"/>
            </a:lvl6pPr>
            <a:lvl7pPr marL="3200400" lvl="6" indent="-228600" algn="l">
              <a:lnSpc>
                <a:spcPct val="90000"/>
              </a:lnSpc>
              <a:spcBef>
                <a:spcPts val="700"/>
              </a:spcBef>
              <a:spcAft>
                <a:spcPts val="0"/>
              </a:spcAft>
              <a:buClr>
                <a:schemeClr val="dk1"/>
              </a:buClr>
              <a:buSzPts val="1400"/>
              <a:buNone/>
              <a:defRPr sz="1400"/>
            </a:lvl7pPr>
            <a:lvl8pPr marL="3657600" lvl="7" indent="-228600" algn="l">
              <a:lnSpc>
                <a:spcPct val="90000"/>
              </a:lnSpc>
              <a:spcBef>
                <a:spcPts val="700"/>
              </a:spcBef>
              <a:spcAft>
                <a:spcPts val="0"/>
              </a:spcAft>
              <a:buClr>
                <a:schemeClr val="dk1"/>
              </a:buClr>
              <a:buSzPts val="1400"/>
              <a:buNone/>
              <a:defRPr sz="1400"/>
            </a:lvl8pPr>
            <a:lvl9pPr marL="4114800" lvl="8" indent="-228600" algn="l">
              <a:lnSpc>
                <a:spcPct val="90000"/>
              </a:lnSpc>
              <a:spcBef>
                <a:spcPts val="700"/>
              </a:spcBef>
              <a:spcAft>
                <a:spcPts val="0"/>
              </a:spcAft>
              <a:buClr>
                <a:schemeClr val="dk1"/>
              </a:buClr>
              <a:buSzPts val="1400"/>
              <a:buNone/>
              <a:defRPr sz="1400"/>
            </a:lvl9pPr>
          </a:lstStyle>
          <a:p>
            <a:endParaRPr/>
          </a:p>
        </p:txBody>
      </p:sp>
      <p:sp>
        <p:nvSpPr>
          <p:cNvPr id="65" name="Google Shape;65;p11"/>
          <p:cNvSpPr txBox="1">
            <a:spLocks noGrp="1"/>
          </p:cNvSpPr>
          <p:nvPr>
            <p:ph type="dt" idx="10"/>
          </p:nvPr>
        </p:nvSpPr>
        <p:spPr>
          <a:xfrm>
            <a:off x="880110" y="8898892"/>
            <a:ext cx="2880360" cy="51117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1"/>
          <p:cNvSpPr txBox="1">
            <a:spLocks noGrp="1"/>
          </p:cNvSpPr>
          <p:nvPr>
            <p:ph type="ftr" idx="11"/>
          </p:nvPr>
        </p:nvSpPr>
        <p:spPr>
          <a:xfrm>
            <a:off x="4240530" y="8898892"/>
            <a:ext cx="4320540" cy="51117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1"/>
          <p:cNvSpPr txBox="1">
            <a:spLocks noGrp="1"/>
          </p:cNvSpPr>
          <p:nvPr>
            <p:ph type="sldNum" idx="12"/>
          </p:nvPr>
        </p:nvSpPr>
        <p:spPr>
          <a:xfrm>
            <a:off x="9041130" y="8898892"/>
            <a:ext cx="2880360" cy="51117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2"/>
          <p:cNvSpPr txBox="1">
            <a:spLocks noGrp="1"/>
          </p:cNvSpPr>
          <p:nvPr>
            <p:ph type="title"/>
          </p:nvPr>
        </p:nvSpPr>
        <p:spPr>
          <a:xfrm>
            <a:off x="880110" y="511177"/>
            <a:ext cx="11041380" cy="185578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2"/>
          <p:cNvSpPr txBox="1">
            <a:spLocks noGrp="1"/>
          </p:cNvSpPr>
          <p:nvPr>
            <p:ph type="body" idx="1"/>
          </p:nvPr>
        </p:nvSpPr>
        <p:spPr>
          <a:xfrm rot="5400000">
            <a:off x="3354864" y="81122"/>
            <a:ext cx="6091873" cy="1104138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400"/>
              </a:spcBef>
              <a:spcAft>
                <a:spcPts val="0"/>
              </a:spcAft>
              <a:buClr>
                <a:schemeClr val="dk1"/>
              </a:buClr>
              <a:buSzPts val="1800"/>
              <a:buChar char="•"/>
              <a:defRPr/>
            </a:lvl1pPr>
            <a:lvl2pPr marL="914400" lvl="1" indent="-342900" algn="l">
              <a:lnSpc>
                <a:spcPct val="90000"/>
              </a:lnSpc>
              <a:spcBef>
                <a:spcPts val="700"/>
              </a:spcBef>
              <a:spcAft>
                <a:spcPts val="0"/>
              </a:spcAft>
              <a:buClr>
                <a:schemeClr val="dk1"/>
              </a:buClr>
              <a:buSzPts val="1800"/>
              <a:buChar char="•"/>
              <a:defRPr/>
            </a:lvl2pPr>
            <a:lvl3pPr marL="1371600" lvl="2" indent="-342900" algn="l">
              <a:lnSpc>
                <a:spcPct val="90000"/>
              </a:lnSpc>
              <a:spcBef>
                <a:spcPts val="700"/>
              </a:spcBef>
              <a:spcAft>
                <a:spcPts val="0"/>
              </a:spcAft>
              <a:buClr>
                <a:schemeClr val="dk1"/>
              </a:buClr>
              <a:buSzPts val="1800"/>
              <a:buChar char="•"/>
              <a:defRPr/>
            </a:lvl3pPr>
            <a:lvl4pPr marL="1828800" lvl="3" indent="-342900" algn="l">
              <a:lnSpc>
                <a:spcPct val="90000"/>
              </a:lnSpc>
              <a:spcBef>
                <a:spcPts val="700"/>
              </a:spcBef>
              <a:spcAft>
                <a:spcPts val="0"/>
              </a:spcAft>
              <a:buClr>
                <a:schemeClr val="dk1"/>
              </a:buClr>
              <a:buSzPts val="1800"/>
              <a:buChar char="•"/>
              <a:defRPr/>
            </a:lvl4pPr>
            <a:lvl5pPr marL="2286000" lvl="4" indent="-342900" algn="l">
              <a:lnSpc>
                <a:spcPct val="90000"/>
              </a:lnSpc>
              <a:spcBef>
                <a:spcPts val="700"/>
              </a:spcBef>
              <a:spcAft>
                <a:spcPts val="0"/>
              </a:spcAft>
              <a:buClr>
                <a:schemeClr val="dk1"/>
              </a:buClr>
              <a:buSzPts val="1800"/>
              <a:buChar char="•"/>
              <a:defRPr/>
            </a:lvl5pPr>
            <a:lvl6pPr marL="2743200" lvl="5" indent="-342900" algn="l">
              <a:lnSpc>
                <a:spcPct val="90000"/>
              </a:lnSpc>
              <a:spcBef>
                <a:spcPts val="700"/>
              </a:spcBef>
              <a:spcAft>
                <a:spcPts val="0"/>
              </a:spcAft>
              <a:buClr>
                <a:schemeClr val="dk1"/>
              </a:buClr>
              <a:buSzPts val="1800"/>
              <a:buChar char="•"/>
              <a:defRPr/>
            </a:lvl6pPr>
            <a:lvl7pPr marL="3200400" lvl="6" indent="-342900" algn="l">
              <a:lnSpc>
                <a:spcPct val="90000"/>
              </a:lnSpc>
              <a:spcBef>
                <a:spcPts val="700"/>
              </a:spcBef>
              <a:spcAft>
                <a:spcPts val="0"/>
              </a:spcAft>
              <a:buClr>
                <a:schemeClr val="dk1"/>
              </a:buClr>
              <a:buSzPts val="1800"/>
              <a:buChar char="•"/>
              <a:defRPr/>
            </a:lvl7pPr>
            <a:lvl8pPr marL="3657600" lvl="7" indent="-342900" algn="l">
              <a:lnSpc>
                <a:spcPct val="90000"/>
              </a:lnSpc>
              <a:spcBef>
                <a:spcPts val="700"/>
              </a:spcBef>
              <a:spcAft>
                <a:spcPts val="0"/>
              </a:spcAft>
              <a:buClr>
                <a:schemeClr val="dk1"/>
              </a:buClr>
              <a:buSzPts val="1800"/>
              <a:buChar char="•"/>
              <a:defRPr/>
            </a:lvl8pPr>
            <a:lvl9pPr marL="4114800" lvl="8" indent="-342900" algn="l">
              <a:lnSpc>
                <a:spcPct val="90000"/>
              </a:lnSpc>
              <a:spcBef>
                <a:spcPts val="700"/>
              </a:spcBef>
              <a:spcAft>
                <a:spcPts val="0"/>
              </a:spcAft>
              <a:buClr>
                <a:schemeClr val="dk1"/>
              </a:buClr>
              <a:buSzPts val="1800"/>
              <a:buChar char="•"/>
              <a:defRPr/>
            </a:lvl9pPr>
          </a:lstStyle>
          <a:p>
            <a:endParaRPr/>
          </a:p>
        </p:txBody>
      </p:sp>
      <p:sp>
        <p:nvSpPr>
          <p:cNvPr id="71" name="Google Shape;71;p12"/>
          <p:cNvSpPr txBox="1">
            <a:spLocks noGrp="1"/>
          </p:cNvSpPr>
          <p:nvPr>
            <p:ph type="dt" idx="10"/>
          </p:nvPr>
        </p:nvSpPr>
        <p:spPr>
          <a:xfrm>
            <a:off x="880110" y="8898892"/>
            <a:ext cx="2880360" cy="51117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2"/>
          <p:cNvSpPr txBox="1">
            <a:spLocks noGrp="1"/>
          </p:cNvSpPr>
          <p:nvPr>
            <p:ph type="ftr" idx="11"/>
          </p:nvPr>
        </p:nvSpPr>
        <p:spPr>
          <a:xfrm>
            <a:off x="4240530" y="8898892"/>
            <a:ext cx="4320540" cy="51117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2"/>
          <p:cNvSpPr txBox="1">
            <a:spLocks noGrp="1"/>
          </p:cNvSpPr>
          <p:nvPr>
            <p:ph type="sldNum" idx="12"/>
          </p:nvPr>
        </p:nvSpPr>
        <p:spPr>
          <a:xfrm>
            <a:off x="9041130" y="8898892"/>
            <a:ext cx="2880360" cy="51117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3"/>
          <p:cNvSpPr txBox="1">
            <a:spLocks noGrp="1"/>
          </p:cNvSpPr>
          <p:nvPr>
            <p:ph type="title"/>
          </p:nvPr>
        </p:nvSpPr>
        <p:spPr>
          <a:xfrm rot="5400000">
            <a:off x="6473032" y="3199289"/>
            <a:ext cx="8136573" cy="276034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3"/>
          <p:cNvSpPr txBox="1">
            <a:spLocks noGrp="1"/>
          </p:cNvSpPr>
          <p:nvPr>
            <p:ph type="body" idx="1"/>
          </p:nvPr>
        </p:nvSpPr>
        <p:spPr>
          <a:xfrm rot="5400000">
            <a:off x="872332" y="518954"/>
            <a:ext cx="8136573" cy="812101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400"/>
              </a:spcBef>
              <a:spcAft>
                <a:spcPts val="0"/>
              </a:spcAft>
              <a:buClr>
                <a:schemeClr val="dk1"/>
              </a:buClr>
              <a:buSzPts val="1800"/>
              <a:buChar char="•"/>
              <a:defRPr/>
            </a:lvl1pPr>
            <a:lvl2pPr marL="914400" lvl="1" indent="-342900" algn="l">
              <a:lnSpc>
                <a:spcPct val="90000"/>
              </a:lnSpc>
              <a:spcBef>
                <a:spcPts val="700"/>
              </a:spcBef>
              <a:spcAft>
                <a:spcPts val="0"/>
              </a:spcAft>
              <a:buClr>
                <a:schemeClr val="dk1"/>
              </a:buClr>
              <a:buSzPts val="1800"/>
              <a:buChar char="•"/>
              <a:defRPr/>
            </a:lvl2pPr>
            <a:lvl3pPr marL="1371600" lvl="2" indent="-342900" algn="l">
              <a:lnSpc>
                <a:spcPct val="90000"/>
              </a:lnSpc>
              <a:spcBef>
                <a:spcPts val="700"/>
              </a:spcBef>
              <a:spcAft>
                <a:spcPts val="0"/>
              </a:spcAft>
              <a:buClr>
                <a:schemeClr val="dk1"/>
              </a:buClr>
              <a:buSzPts val="1800"/>
              <a:buChar char="•"/>
              <a:defRPr/>
            </a:lvl3pPr>
            <a:lvl4pPr marL="1828800" lvl="3" indent="-342900" algn="l">
              <a:lnSpc>
                <a:spcPct val="90000"/>
              </a:lnSpc>
              <a:spcBef>
                <a:spcPts val="700"/>
              </a:spcBef>
              <a:spcAft>
                <a:spcPts val="0"/>
              </a:spcAft>
              <a:buClr>
                <a:schemeClr val="dk1"/>
              </a:buClr>
              <a:buSzPts val="1800"/>
              <a:buChar char="•"/>
              <a:defRPr/>
            </a:lvl4pPr>
            <a:lvl5pPr marL="2286000" lvl="4" indent="-342900" algn="l">
              <a:lnSpc>
                <a:spcPct val="90000"/>
              </a:lnSpc>
              <a:spcBef>
                <a:spcPts val="700"/>
              </a:spcBef>
              <a:spcAft>
                <a:spcPts val="0"/>
              </a:spcAft>
              <a:buClr>
                <a:schemeClr val="dk1"/>
              </a:buClr>
              <a:buSzPts val="1800"/>
              <a:buChar char="•"/>
              <a:defRPr/>
            </a:lvl5pPr>
            <a:lvl6pPr marL="2743200" lvl="5" indent="-342900" algn="l">
              <a:lnSpc>
                <a:spcPct val="90000"/>
              </a:lnSpc>
              <a:spcBef>
                <a:spcPts val="700"/>
              </a:spcBef>
              <a:spcAft>
                <a:spcPts val="0"/>
              </a:spcAft>
              <a:buClr>
                <a:schemeClr val="dk1"/>
              </a:buClr>
              <a:buSzPts val="1800"/>
              <a:buChar char="•"/>
              <a:defRPr/>
            </a:lvl6pPr>
            <a:lvl7pPr marL="3200400" lvl="6" indent="-342900" algn="l">
              <a:lnSpc>
                <a:spcPct val="90000"/>
              </a:lnSpc>
              <a:spcBef>
                <a:spcPts val="700"/>
              </a:spcBef>
              <a:spcAft>
                <a:spcPts val="0"/>
              </a:spcAft>
              <a:buClr>
                <a:schemeClr val="dk1"/>
              </a:buClr>
              <a:buSzPts val="1800"/>
              <a:buChar char="•"/>
              <a:defRPr/>
            </a:lvl7pPr>
            <a:lvl8pPr marL="3657600" lvl="7" indent="-342900" algn="l">
              <a:lnSpc>
                <a:spcPct val="90000"/>
              </a:lnSpc>
              <a:spcBef>
                <a:spcPts val="700"/>
              </a:spcBef>
              <a:spcAft>
                <a:spcPts val="0"/>
              </a:spcAft>
              <a:buClr>
                <a:schemeClr val="dk1"/>
              </a:buClr>
              <a:buSzPts val="1800"/>
              <a:buChar char="•"/>
              <a:defRPr/>
            </a:lvl8pPr>
            <a:lvl9pPr marL="4114800" lvl="8" indent="-342900" algn="l">
              <a:lnSpc>
                <a:spcPct val="90000"/>
              </a:lnSpc>
              <a:spcBef>
                <a:spcPts val="700"/>
              </a:spcBef>
              <a:spcAft>
                <a:spcPts val="0"/>
              </a:spcAft>
              <a:buClr>
                <a:schemeClr val="dk1"/>
              </a:buClr>
              <a:buSzPts val="1800"/>
              <a:buChar char="•"/>
              <a:defRPr/>
            </a:lvl9pPr>
          </a:lstStyle>
          <a:p>
            <a:endParaRPr/>
          </a:p>
        </p:txBody>
      </p:sp>
      <p:sp>
        <p:nvSpPr>
          <p:cNvPr id="77" name="Google Shape;77;p13"/>
          <p:cNvSpPr txBox="1">
            <a:spLocks noGrp="1"/>
          </p:cNvSpPr>
          <p:nvPr>
            <p:ph type="dt" idx="10"/>
          </p:nvPr>
        </p:nvSpPr>
        <p:spPr>
          <a:xfrm>
            <a:off x="880110" y="8898892"/>
            <a:ext cx="2880360" cy="51117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3"/>
          <p:cNvSpPr txBox="1">
            <a:spLocks noGrp="1"/>
          </p:cNvSpPr>
          <p:nvPr>
            <p:ph type="ftr" idx="11"/>
          </p:nvPr>
        </p:nvSpPr>
        <p:spPr>
          <a:xfrm>
            <a:off x="4240530" y="8898892"/>
            <a:ext cx="4320540" cy="51117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3"/>
          <p:cNvSpPr txBox="1">
            <a:spLocks noGrp="1"/>
          </p:cNvSpPr>
          <p:nvPr>
            <p:ph type="sldNum" idx="12"/>
          </p:nvPr>
        </p:nvSpPr>
        <p:spPr>
          <a:xfrm>
            <a:off x="9041130" y="8898892"/>
            <a:ext cx="2880360" cy="51117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
          <p:cNvSpPr txBox="1">
            <a:spLocks noGrp="1"/>
          </p:cNvSpPr>
          <p:nvPr>
            <p:ph type="title"/>
          </p:nvPr>
        </p:nvSpPr>
        <p:spPr>
          <a:xfrm>
            <a:off x="880110" y="511177"/>
            <a:ext cx="11041380" cy="1855788"/>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6160"/>
              <a:buFont typeface="Calibri"/>
              <a:buNone/>
              <a:defRPr sz="616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
          <p:cNvSpPr txBox="1">
            <a:spLocks noGrp="1"/>
          </p:cNvSpPr>
          <p:nvPr>
            <p:ph type="body" idx="1"/>
          </p:nvPr>
        </p:nvSpPr>
        <p:spPr>
          <a:xfrm>
            <a:off x="880110" y="2555875"/>
            <a:ext cx="11041380" cy="6091873"/>
          </a:xfrm>
          <a:prstGeom prst="rect">
            <a:avLst/>
          </a:prstGeom>
          <a:noFill/>
          <a:ln>
            <a:noFill/>
          </a:ln>
        </p:spPr>
        <p:txBody>
          <a:bodyPr spcFirstLastPara="1" wrap="square" lIns="91425" tIns="45700" rIns="91425" bIns="45700" anchor="t" anchorCtr="0">
            <a:normAutofit/>
          </a:bodyPr>
          <a:lstStyle>
            <a:lvl1pPr marL="457200" marR="0" lvl="0" indent="-477519" algn="l" rtl="0">
              <a:lnSpc>
                <a:spcPct val="90000"/>
              </a:lnSpc>
              <a:spcBef>
                <a:spcPts val="1400"/>
              </a:spcBef>
              <a:spcAft>
                <a:spcPts val="0"/>
              </a:spcAft>
              <a:buClr>
                <a:schemeClr val="dk1"/>
              </a:buClr>
              <a:buSzPts val="3920"/>
              <a:buFont typeface="Arial"/>
              <a:buChar char="•"/>
              <a:defRPr sz="3920" b="0" i="0" u="none" strike="noStrike" cap="none">
                <a:solidFill>
                  <a:schemeClr val="dk1"/>
                </a:solidFill>
                <a:latin typeface="Calibri"/>
                <a:ea typeface="Calibri"/>
                <a:cs typeface="Calibri"/>
                <a:sym typeface="Calibri"/>
              </a:defRPr>
            </a:lvl1pPr>
            <a:lvl2pPr marL="914400" marR="0" lvl="1" indent="-441960" algn="l" rtl="0">
              <a:lnSpc>
                <a:spcPct val="90000"/>
              </a:lnSpc>
              <a:spcBef>
                <a:spcPts val="700"/>
              </a:spcBef>
              <a:spcAft>
                <a:spcPts val="0"/>
              </a:spcAft>
              <a:buClr>
                <a:schemeClr val="dk1"/>
              </a:buClr>
              <a:buSzPts val="3360"/>
              <a:buFont typeface="Arial"/>
              <a:buChar char="•"/>
              <a:defRPr sz="3359" b="0" i="0" u="none" strike="noStrike" cap="none">
                <a:solidFill>
                  <a:schemeClr val="dk1"/>
                </a:solidFill>
                <a:latin typeface="Calibri"/>
                <a:ea typeface="Calibri"/>
                <a:cs typeface="Calibri"/>
                <a:sym typeface="Calibri"/>
              </a:defRPr>
            </a:lvl2pPr>
            <a:lvl3pPr marL="1371600" marR="0" lvl="2" indent="-406400" algn="l" rtl="0">
              <a:lnSpc>
                <a:spcPct val="90000"/>
              </a:lnSpc>
              <a:spcBef>
                <a:spcPts val="7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3pPr>
            <a:lvl4pPr marL="1828800" marR="0" lvl="3" indent="-388619" algn="l" rtl="0">
              <a:lnSpc>
                <a:spcPct val="90000"/>
              </a:lnSpc>
              <a:spcBef>
                <a:spcPts val="700"/>
              </a:spcBef>
              <a:spcAft>
                <a:spcPts val="0"/>
              </a:spcAft>
              <a:buClr>
                <a:schemeClr val="dk1"/>
              </a:buClr>
              <a:buSzPts val="2520"/>
              <a:buFont typeface="Arial"/>
              <a:buChar char="•"/>
              <a:defRPr sz="2520" b="0" i="0" u="none" strike="noStrike" cap="none">
                <a:solidFill>
                  <a:schemeClr val="dk1"/>
                </a:solidFill>
                <a:latin typeface="Calibri"/>
                <a:ea typeface="Calibri"/>
                <a:cs typeface="Calibri"/>
                <a:sym typeface="Calibri"/>
              </a:defRPr>
            </a:lvl4pPr>
            <a:lvl5pPr marL="2286000" marR="0" lvl="4" indent="-388620" algn="l" rtl="0">
              <a:lnSpc>
                <a:spcPct val="90000"/>
              </a:lnSpc>
              <a:spcBef>
                <a:spcPts val="700"/>
              </a:spcBef>
              <a:spcAft>
                <a:spcPts val="0"/>
              </a:spcAft>
              <a:buClr>
                <a:schemeClr val="dk1"/>
              </a:buClr>
              <a:buSzPts val="2520"/>
              <a:buFont typeface="Arial"/>
              <a:buChar char="•"/>
              <a:defRPr sz="2520" b="0" i="0" u="none" strike="noStrike" cap="none">
                <a:solidFill>
                  <a:schemeClr val="dk1"/>
                </a:solidFill>
                <a:latin typeface="Calibri"/>
                <a:ea typeface="Calibri"/>
                <a:cs typeface="Calibri"/>
                <a:sym typeface="Calibri"/>
              </a:defRPr>
            </a:lvl5pPr>
            <a:lvl6pPr marL="2743200" marR="0" lvl="5" indent="-388620" algn="l" rtl="0">
              <a:lnSpc>
                <a:spcPct val="90000"/>
              </a:lnSpc>
              <a:spcBef>
                <a:spcPts val="700"/>
              </a:spcBef>
              <a:spcAft>
                <a:spcPts val="0"/>
              </a:spcAft>
              <a:buClr>
                <a:schemeClr val="dk1"/>
              </a:buClr>
              <a:buSzPts val="2520"/>
              <a:buFont typeface="Arial"/>
              <a:buChar char="•"/>
              <a:defRPr sz="2520" b="0" i="0" u="none" strike="noStrike" cap="none">
                <a:solidFill>
                  <a:schemeClr val="dk1"/>
                </a:solidFill>
                <a:latin typeface="Calibri"/>
                <a:ea typeface="Calibri"/>
                <a:cs typeface="Calibri"/>
                <a:sym typeface="Calibri"/>
              </a:defRPr>
            </a:lvl6pPr>
            <a:lvl7pPr marL="3200400" marR="0" lvl="6" indent="-388620" algn="l" rtl="0">
              <a:lnSpc>
                <a:spcPct val="90000"/>
              </a:lnSpc>
              <a:spcBef>
                <a:spcPts val="700"/>
              </a:spcBef>
              <a:spcAft>
                <a:spcPts val="0"/>
              </a:spcAft>
              <a:buClr>
                <a:schemeClr val="dk1"/>
              </a:buClr>
              <a:buSzPts val="2520"/>
              <a:buFont typeface="Arial"/>
              <a:buChar char="•"/>
              <a:defRPr sz="2520" b="0" i="0" u="none" strike="noStrike" cap="none">
                <a:solidFill>
                  <a:schemeClr val="dk1"/>
                </a:solidFill>
                <a:latin typeface="Calibri"/>
                <a:ea typeface="Calibri"/>
                <a:cs typeface="Calibri"/>
                <a:sym typeface="Calibri"/>
              </a:defRPr>
            </a:lvl7pPr>
            <a:lvl8pPr marL="3657600" marR="0" lvl="7" indent="-388620" algn="l" rtl="0">
              <a:lnSpc>
                <a:spcPct val="90000"/>
              </a:lnSpc>
              <a:spcBef>
                <a:spcPts val="700"/>
              </a:spcBef>
              <a:spcAft>
                <a:spcPts val="0"/>
              </a:spcAft>
              <a:buClr>
                <a:schemeClr val="dk1"/>
              </a:buClr>
              <a:buSzPts val="2520"/>
              <a:buFont typeface="Arial"/>
              <a:buChar char="•"/>
              <a:defRPr sz="2520" b="0" i="0" u="none" strike="noStrike" cap="none">
                <a:solidFill>
                  <a:schemeClr val="dk1"/>
                </a:solidFill>
                <a:latin typeface="Calibri"/>
                <a:ea typeface="Calibri"/>
                <a:cs typeface="Calibri"/>
                <a:sym typeface="Calibri"/>
              </a:defRPr>
            </a:lvl8pPr>
            <a:lvl9pPr marL="4114800" marR="0" lvl="8" indent="-388620" algn="l" rtl="0">
              <a:lnSpc>
                <a:spcPct val="90000"/>
              </a:lnSpc>
              <a:spcBef>
                <a:spcPts val="700"/>
              </a:spcBef>
              <a:spcAft>
                <a:spcPts val="0"/>
              </a:spcAft>
              <a:buClr>
                <a:schemeClr val="dk1"/>
              </a:buClr>
              <a:buSzPts val="2520"/>
              <a:buFont typeface="Arial"/>
              <a:buChar char="•"/>
              <a:defRPr sz="2520" b="0" i="0" u="none" strike="noStrike" cap="none">
                <a:solidFill>
                  <a:schemeClr val="dk1"/>
                </a:solidFill>
                <a:latin typeface="Calibri"/>
                <a:ea typeface="Calibri"/>
                <a:cs typeface="Calibri"/>
                <a:sym typeface="Calibri"/>
              </a:defRPr>
            </a:lvl9pPr>
          </a:lstStyle>
          <a:p>
            <a:endParaRPr/>
          </a:p>
        </p:txBody>
      </p:sp>
      <p:sp>
        <p:nvSpPr>
          <p:cNvPr id="8" name="Google Shape;8;p2"/>
          <p:cNvSpPr txBox="1">
            <a:spLocks noGrp="1"/>
          </p:cNvSpPr>
          <p:nvPr>
            <p:ph type="dt" idx="10"/>
          </p:nvPr>
        </p:nvSpPr>
        <p:spPr>
          <a:xfrm>
            <a:off x="880110" y="8898892"/>
            <a:ext cx="2880360" cy="51117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679"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
          <p:cNvSpPr txBox="1">
            <a:spLocks noGrp="1"/>
          </p:cNvSpPr>
          <p:nvPr>
            <p:ph type="ftr" idx="11"/>
          </p:nvPr>
        </p:nvSpPr>
        <p:spPr>
          <a:xfrm>
            <a:off x="4240530" y="8898892"/>
            <a:ext cx="4320540" cy="51117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679"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
          <p:cNvSpPr txBox="1">
            <a:spLocks noGrp="1"/>
          </p:cNvSpPr>
          <p:nvPr>
            <p:ph type="sldNum" idx="12"/>
          </p:nvPr>
        </p:nvSpPr>
        <p:spPr>
          <a:xfrm>
            <a:off x="9041130" y="8898892"/>
            <a:ext cx="2880360" cy="51117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679" b="0" i="0" u="none" strike="noStrike" cap="none">
                <a:solidFill>
                  <a:srgbClr val="888888"/>
                </a:solidFill>
                <a:latin typeface="Calibri"/>
                <a:ea typeface="Calibri"/>
                <a:cs typeface="Calibri"/>
                <a:sym typeface="Calibri"/>
              </a:defRPr>
            </a:lvl1pPr>
            <a:lvl2pPr marL="0" marR="0" lvl="1" indent="0" algn="r" rtl="0">
              <a:spcBef>
                <a:spcPts val="0"/>
              </a:spcBef>
              <a:buNone/>
              <a:defRPr sz="1679" b="0" i="0" u="none" strike="noStrike" cap="none">
                <a:solidFill>
                  <a:srgbClr val="888888"/>
                </a:solidFill>
                <a:latin typeface="Calibri"/>
                <a:ea typeface="Calibri"/>
                <a:cs typeface="Calibri"/>
                <a:sym typeface="Calibri"/>
              </a:defRPr>
            </a:lvl2pPr>
            <a:lvl3pPr marL="0" marR="0" lvl="2" indent="0" algn="r" rtl="0">
              <a:spcBef>
                <a:spcPts val="0"/>
              </a:spcBef>
              <a:buNone/>
              <a:defRPr sz="1679" b="0" i="0" u="none" strike="noStrike" cap="none">
                <a:solidFill>
                  <a:srgbClr val="888888"/>
                </a:solidFill>
                <a:latin typeface="Calibri"/>
                <a:ea typeface="Calibri"/>
                <a:cs typeface="Calibri"/>
                <a:sym typeface="Calibri"/>
              </a:defRPr>
            </a:lvl3pPr>
            <a:lvl4pPr marL="0" marR="0" lvl="3" indent="0" algn="r" rtl="0">
              <a:spcBef>
                <a:spcPts val="0"/>
              </a:spcBef>
              <a:buNone/>
              <a:defRPr sz="1679" b="0" i="0" u="none" strike="noStrike" cap="none">
                <a:solidFill>
                  <a:srgbClr val="888888"/>
                </a:solidFill>
                <a:latin typeface="Calibri"/>
                <a:ea typeface="Calibri"/>
                <a:cs typeface="Calibri"/>
                <a:sym typeface="Calibri"/>
              </a:defRPr>
            </a:lvl4pPr>
            <a:lvl5pPr marL="0" marR="0" lvl="4" indent="0" algn="r" rtl="0">
              <a:spcBef>
                <a:spcPts val="0"/>
              </a:spcBef>
              <a:buNone/>
              <a:defRPr sz="1679" b="0" i="0" u="none" strike="noStrike" cap="none">
                <a:solidFill>
                  <a:srgbClr val="888888"/>
                </a:solidFill>
                <a:latin typeface="Calibri"/>
                <a:ea typeface="Calibri"/>
                <a:cs typeface="Calibri"/>
                <a:sym typeface="Calibri"/>
              </a:defRPr>
            </a:lvl5pPr>
            <a:lvl6pPr marL="0" marR="0" lvl="5" indent="0" algn="r" rtl="0">
              <a:spcBef>
                <a:spcPts val="0"/>
              </a:spcBef>
              <a:buNone/>
              <a:defRPr sz="1679" b="0" i="0" u="none" strike="noStrike" cap="none">
                <a:solidFill>
                  <a:srgbClr val="888888"/>
                </a:solidFill>
                <a:latin typeface="Calibri"/>
                <a:ea typeface="Calibri"/>
                <a:cs typeface="Calibri"/>
                <a:sym typeface="Calibri"/>
              </a:defRPr>
            </a:lvl6pPr>
            <a:lvl7pPr marL="0" marR="0" lvl="6" indent="0" algn="r" rtl="0">
              <a:spcBef>
                <a:spcPts val="0"/>
              </a:spcBef>
              <a:buNone/>
              <a:defRPr sz="1679" b="0" i="0" u="none" strike="noStrike" cap="none">
                <a:solidFill>
                  <a:srgbClr val="888888"/>
                </a:solidFill>
                <a:latin typeface="Calibri"/>
                <a:ea typeface="Calibri"/>
                <a:cs typeface="Calibri"/>
                <a:sym typeface="Calibri"/>
              </a:defRPr>
            </a:lvl7pPr>
            <a:lvl8pPr marL="0" marR="0" lvl="7" indent="0" algn="r" rtl="0">
              <a:spcBef>
                <a:spcPts val="0"/>
              </a:spcBef>
              <a:buNone/>
              <a:defRPr sz="1679" b="0" i="0" u="none" strike="noStrike" cap="none">
                <a:solidFill>
                  <a:srgbClr val="888888"/>
                </a:solidFill>
                <a:latin typeface="Calibri"/>
                <a:ea typeface="Calibri"/>
                <a:cs typeface="Calibri"/>
                <a:sym typeface="Calibri"/>
              </a:defRPr>
            </a:lvl8pPr>
            <a:lvl9pPr marL="0" marR="0" lvl="8" indent="0" algn="r" rtl="0">
              <a:spcBef>
                <a:spcPts val="0"/>
              </a:spcBef>
              <a:buNone/>
              <a:defRPr sz="1679"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7.jpe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1.jpe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jpe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8" Type="http://schemas.openxmlformats.org/officeDocument/2006/relationships/hyperlink" Target="https://doi.org/10.3389/fphys.2021.790292" TargetMode="External"/><Relationship Id="rId3" Type="http://schemas.openxmlformats.org/officeDocument/2006/relationships/image" Target="../media/image1.png"/><Relationship Id="rId7" Type="http://schemas.openxmlformats.org/officeDocument/2006/relationships/hyperlink" Target="https://doi.org/10.1016/j.compbiomed.2025.110461"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hyperlink" Target="https://doi.org/10.1016/j.measen.2024.101648" TargetMode="External"/><Relationship Id="rId5" Type="http://schemas.openxmlformats.org/officeDocument/2006/relationships/hyperlink" Target="https://doi.org/10.3390/electronics14112097" TargetMode="External"/><Relationship Id="rId10" Type="http://schemas.openxmlformats.org/officeDocument/2006/relationships/hyperlink" Target="https://doi.org/10.1016/j.apergo.2016.08.020" TargetMode="External"/><Relationship Id="rId4" Type="http://schemas.openxmlformats.org/officeDocument/2006/relationships/hyperlink" Target="https://doi.org/10.1017/wtc.2025.10026" TargetMode="External"/><Relationship Id="rId9" Type="http://schemas.openxmlformats.org/officeDocument/2006/relationships/hyperlink" Target="https://doi.org/10.3390/electronics13040778" TargetMode="External"/></Relationships>
</file>

<file path=ppt/slides/_rels/slide15.xml.rels><?xml version="1.0" encoding="UTF-8" standalone="yes"?>
<Relationships xmlns="http://schemas.openxmlformats.org/package/2006/relationships"><Relationship Id="rId8" Type="http://schemas.openxmlformats.org/officeDocument/2006/relationships/hyperlink" Target="https://doi.org/10.32604/cmc.2022.023861" TargetMode="External"/><Relationship Id="rId3" Type="http://schemas.openxmlformats.org/officeDocument/2006/relationships/image" Target="../media/image1.png"/><Relationship Id="rId7" Type="http://schemas.openxmlformats.org/officeDocument/2006/relationships/hyperlink" Target="https://doi.org/10.1016/j.sna.2025.117127" TargetMode="External"/><Relationship Id="rId12" Type="http://schemas.openxmlformats.org/officeDocument/2006/relationships/hyperlink" Target="https://doi.org/10.3389/fphys.2021.790292"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hyperlink" Target="https://doi.org/10.1016/j.measen.2024.101648" TargetMode="External"/><Relationship Id="rId11" Type="http://schemas.openxmlformats.org/officeDocument/2006/relationships/hyperlink" Target="https://doi.org/10.3390/electronics13040778" TargetMode="External"/><Relationship Id="rId5" Type="http://schemas.openxmlformats.org/officeDocument/2006/relationships/hyperlink" Target="https://doi.org/10.1016/j.sintl.2025.100343" TargetMode="External"/><Relationship Id="rId10" Type="http://schemas.openxmlformats.org/officeDocument/2006/relationships/hyperlink" Target="https://doi.org/10.4103/jpbs.jpbs_1774_24" TargetMode="External"/><Relationship Id="rId4" Type="http://schemas.openxmlformats.org/officeDocument/2006/relationships/hyperlink" Target="https://doi.org/10.1186/s12891-024-07685-7" TargetMode="External"/><Relationship Id="rId9" Type="http://schemas.openxmlformats.org/officeDocument/2006/relationships/hyperlink" Target="https://doi.org/10.3390/s26010116" TargetMode="External"/></Relationships>
</file>

<file path=ppt/slides/_rels/slide16.xml.rels><?xml version="1.0" encoding="UTF-8" standalone="yes"?>
<Relationships xmlns="http://schemas.openxmlformats.org/package/2006/relationships"><Relationship Id="rId8" Type="http://schemas.openxmlformats.org/officeDocument/2006/relationships/hyperlink" Target="https://doi.org/10.1016/j.pmcj.2025.102048" TargetMode="External"/><Relationship Id="rId13" Type="http://schemas.openxmlformats.org/officeDocument/2006/relationships/hyperlink" Target="https://doi.org/10.1016/j.measen.2023.100928" TargetMode="External"/><Relationship Id="rId3" Type="http://schemas.openxmlformats.org/officeDocument/2006/relationships/image" Target="../media/image1.png"/><Relationship Id="rId7" Type="http://schemas.openxmlformats.org/officeDocument/2006/relationships/hyperlink" Target="https://doi.org/10.3390/bioengineering13010013" TargetMode="External"/><Relationship Id="rId12" Type="http://schemas.openxmlformats.org/officeDocument/2006/relationships/hyperlink" Target="https://doi.org/10.1016/j.nanoen.2024.110252" TargetMode="External"/><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hyperlink" Target="https://doi.org/10.1016/j.apergo.2023.104158" TargetMode="External"/><Relationship Id="rId11" Type="http://schemas.openxmlformats.org/officeDocument/2006/relationships/hyperlink" Target="https://doi.org/10.1016/j.rineng.2024.102472" TargetMode="External"/><Relationship Id="rId5" Type="http://schemas.openxmlformats.org/officeDocument/2006/relationships/hyperlink" Target="https://doi.org/10.1016/j.dibe.2025.100808" TargetMode="External"/><Relationship Id="rId10" Type="http://schemas.openxmlformats.org/officeDocument/2006/relationships/hyperlink" Target="https://doi.org/10.1016/j.device.2024.100365" TargetMode="External"/><Relationship Id="rId4" Type="http://schemas.openxmlformats.org/officeDocument/2006/relationships/hyperlink" Target="https://doi.org/10.1016/j.compbiomed.2025.110461" TargetMode="External"/><Relationship Id="rId9" Type="http://schemas.openxmlformats.org/officeDocument/2006/relationships/hyperlink" Target="https://doi.org/10.1016/j.snr.2025.100331"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00D8F467-6C36-0A9B-4689-82DD97C52A78}"/>
            </a:ext>
          </a:extLst>
        </p:cNvPr>
        <p:cNvGrpSpPr/>
        <p:nvPr/>
      </p:nvGrpSpPr>
      <p:grpSpPr>
        <a:xfrm>
          <a:off x="0" y="0"/>
          <a:ext cx="0" cy="0"/>
          <a:chOff x="0" y="0"/>
          <a:chExt cx="0" cy="0"/>
        </a:xfrm>
      </p:grpSpPr>
      <p:sp>
        <p:nvSpPr>
          <p:cNvPr id="85" name="Google Shape;85;p1">
            <a:extLst>
              <a:ext uri="{FF2B5EF4-FFF2-40B4-BE49-F238E27FC236}">
                <a16:creationId xmlns:a16="http://schemas.microsoft.com/office/drawing/2014/main" id="{E519D787-17CE-655A-8AD9-AF2FE2F20221}"/>
              </a:ext>
            </a:extLst>
          </p:cNvPr>
          <p:cNvSpPr/>
          <p:nvPr/>
        </p:nvSpPr>
        <p:spPr>
          <a:xfrm>
            <a:off x="-11341" y="-105278"/>
            <a:ext cx="12801600" cy="1817046"/>
          </a:xfrm>
          <a:custGeom>
            <a:avLst/>
            <a:gdLst/>
            <a:ahLst/>
            <a:cxnLst/>
            <a:rect l="l" t="t" r="r" b="b"/>
            <a:pathLst>
              <a:path w="20104100" h="2233930" extrusionOk="0">
                <a:moveTo>
                  <a:pt x="0" y="2233788"/>
                </a:moveTo>
                <a:lnTo>
                  <a:pt x="20104099" y="2233788"/>
                </a:lnTo>
                <a:lnTo>
                  <a:pt x="20104099" y="0"/>
                </a:lnTo>
                <a:lnTo>
                  <a:pt x="0" y="0"/>
                </a:lnTo>
                <a:lnTo>
                  <a:pt x="0" y="2233788"/>
                </a:lnTo>
                <a:close/>
              </a:path>
            </a:pathLst>
          </a:custGeom>
          <a:solidFill>
            <a:schemeClr val="accent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407" dirty="0">
              <a:solidFill>
                <a:schemeClr val="dk1"/>
              </a:solidFill>
              <a:latin typeface="Calibri"/>
              <a:ea typeface="Calibri"/>
              <a:cs typeface="Calibri"/>
              <a:sym typeface="Calibri"/>
            </a:endParaRPr>
          </a:p>
        </p:txBody>
      </p:sp>
      <p:sp>
        <p:nvSpPr>
          <p:cNvPr id="86" name="Google Shape;86;p1">
            <a:extLst>
              <a:ext uri="{FF2B5EF4-FFF2-40B4-BE49-F238E27FC236}">
                <a16:creationId xmlns:a16="http://schemas.microsoft.com/office/drawing/2014/main" id="{00E6AB50-C9B4-2076-DF36-8A1F48B26156}"/>
              </a:ext>
            </a:extLst>
          </p:cNvPr>
          <p:cNvSpPr txBox="1"/>
          <p:nvPr/>
        </p:nvSpPr>
        <p:spPr>
          <a:xfrm>
            <a:off x="3145355" y="195551"/>
            <a:ext cx="9186767" cy="621359"/>
          </a:xfrm>
          <a:prstGeom prst="rect">
            <a:avLst/>
          </a:prstGeom>
          <a:noFill/>
          <a:ln>
            <a:noFill/>
          </a:ln>
        </p:spPr>
        <p:txBody>
          <a:bodyPr spcFirstLastPara="1" wrap="square" lIns="0" tIns="5750" rIns="0" bIns="0" anchor="b" anchorCtr="0">
            <a:spAutoFit/>
          </a:bodyPr>
          <a:lstStyle/>
          <a:p>
            <a:pPr lvl="4" algn="ctr"/>
            <a:r>
              <a:rPr lang="en-US" sz="2000" b="1" dirty="0">
                <a:solidFill>
                  <a:schemeClr val="bg1"/>
                </a:solidFill>
              </a:rPr>
              <a:t>WEARABLE IOT SYSTEM FOR REAL-TIME HAND FATIGUE DETECTION</a:t>
            </a:r>
          </a:p>
          <a:p>
            <a:pPr lvl="4" algn="ctr"/>
            <a:r>
              <a:rPr lang="en-US" sz="2000" b="1" dirty="0">
                <a:solidFill>
                  <a:schemeClr val="bg1"/>
                </a:solidFill>
              </a:rPr>
              <a:t> DURING SMARTPHONE USE</a:t>
            </a:r>
            <a:endParaRPr lang="en-IN" sz="2000" dirty="0">
              <a:solidFill>
                <a:schemeClr val="bg1"/>
              </a:solidFill>
            </a:endParaRPr>
          </a:p>
        </p:txBody>
      </p:sp>
      <p:sp>
        <p:nvSpPr>
          <p:cNvPr id="87" name="Google Shape;87;p1">
            <a:extLst>
              <a:ext uri="{FF2B5EF4-FFF2-40B4-BE49-F238E27FC236}">
                <a16:creationId xmlns:a16="http://schemas.microsoft.com/office/drawing/2014/main" id="{76A22458-49B7-C6AF-0D37-A55F95C22965}"/>
              </a:ext>
            </a:extLst>
          </p:cNvPr>
          <p:cNvSpPr txBox="1"/>
          <p:nvPr/>
        </p:nvSpPr>
        <p:spPr>
          <a:xfrm>
            <a:off x="3665456" y="896444"/>
            <a:ext cx="7251246" cy="746616"/>
          </a:xfrm>
          <a:prstGeom prst="rect">
            <a:avLst/>
          </a:prstGeom>
          <a:noFill/>
          <a:ln>
            <a:noFill/>
          </a:ln>
        </p:spPr>
        <p:txBody>
          <a:bodyPr spcFirstLastPara="1" wrap="square" lIns="0" tIns="7875" rIns="0" bIns="0" anchor="t" anchorCtr="0">
            <a:spAutoFit/>
          </a:bodyPr>
          <a:lstStyle/>
          <a:p>
            <a:pPr algn="ctr"/>
            <a:r>
              <a:rPr lang="en-US" sz="1600" b="1" dirty="0">
                <a:solidFill>
                  <a:schemeClr val="bg1"/>
                </a:solidFill>
              </a:rPr>
              <a:t>DHANYA S (23MIA1010)</a:t>
            </a:r>
            <a:endParaRPr lang="en-IN" sz="1600" dirty="0">
              <a:solidFill>
                <a:schemeClr val="bg1"/>
              </a:solidFill>
            </a:endParaRPr>
          </a:p>
          <a:p>
            <a:pPr algn="ctr"/>
            <a:r>
              <a:rPr lang="en-US" sz="1600" b="1" dirty="0">
                <a:solidFill>
                  <a:schemeClr val="bg1"/>
                </a:solidFill>
              </a:rPr>
              <a:t>HEMILA SARAVANAN (23MIA1048)                 </a:t>
            </a:r>
            <a:endParaRPr lang="en-IN" sz="1600" dirty="0">
              <a:solidFill>
                <a:schemeClr val="bg1"/>
              </a:solidFill>
            </a:endParaRPr>
          </a:p>
          <a:p>
            <a:pPr algn="ctr"/>
            <a:r>
              <a:rPr lang="en-US" sz="1600" dirty="0">
                <a:solidFill>
                  <a:schemeClr val="bg1"/>
                </a:solidFill>
              </a:rPr>
              <a:t> </a:t>
            </a:r>
            <a:endParaRPr lang="en-IN" sz="1600" dirty="0">
              <a:solidFill>
                <a:schemeClr val="bg1"/>
              </a:solidFill>
            </a:endParaRPr>
          </a:p>
        </p:txBody>
      </p:sp>
      <p:sp>
        <p:nvSpPr>
          <p:cNvPr id="90" name="Google Shape;90;p1">
            <a:extLst>
              <a:ext uri="{FF2B5EF4-FFF2-40B4-BE49-F238E27FC236}">
                <a16:creationId xmlns:a16="http://schemas.microsoft.com/office/drawing/2014/main" id="{DC16BE4A-D465-D42B-072E-7805F72DD975}"/>
              </a:ext>
            </a:extLst>
          </p:cNvPr>
          <p:cNvSpPr txBox="1"/>
          <p:nvPr/>
        </p:nvSpPr>
        <p:spPr>
          <a:xfrm>
            <a:off x="3665456" y="1352980"/>
            <a:ext cx="7873610" cy="290080"/>
          </a:xfrm>
          <a:prstGeom prst="rect">
            <a:avLst/>
          </a:prstGeom>
          <a:noFill/>
          <a:ln>
            <a:noFill/>
          </a:ln>
        </p:spPr>
        <p:txBody>
          <a:bodyPr spcFirstLastPara="1" wrap="square" lIns="0" tIns="7875" rIns="0" bIns="0" anchor="t" anchorCtr="0">
            <a:spAutoFit/>
          </a:bodyPr>
          <a:lstStyle/>
          <a:p>
            <a:pPr algn="ctr">
              <a:lnSpc>
                <a:spcPts val="2213"/>
              </a:lnSpc>
            </a:pPr>
            <a:r>
              <a:rPr lang="en-US" b="1" dirty="0">
                <a:latin typeface="Times New Roman" pitchFamily="18" charset="0"/>
                <a:ea typeface="Arimo"/>
                <a:cs typeface="Times New Roman" pitchFamily="18" charset="0"/>
                <a:sym typeface="Arimo"/>
              </a:rPr>
              <a:t>Vellore Institute of Technology Chennai, India, School of Computer Science and Engineering </a:t>
            </a:r>
          </a:p>
        </p:txBody>
      </p:sp>
      <p:pic>
        <p:nvPicPr>
          <p:cNvPr id="4" name="Picture 3">
            <a:extLst>
              <a:ext uri="{FF2B5EF4-FFF2-40B4-BE49-F238E27FC236}">
                <a16:creationId xmlns:a16="http://schemas.microsoft.com/office/drawing/2014/main" id="{BD0950C8-AB96-46CD-4981-E48D7593BE48}"/>
              </a:ext>
            </a:extLst>
          </p:cNvPr>
          <p:cNvPicPr>
            <a:picLocks noChangeAspect="1"/>
          </p:cNvPicPr>
          <p:nvPr/>
        </p:nvPicPr>
        <p:blipFill>
          <a:blip r:embed="rId3"/>
          <a:stretch>
            <a:fillRect/>
          </a:stretch>
        </p:blipFill>
        <p:spPr>
          <a:xfrm>
            <a:off x="28956" y="37324"/>
            <a:ext cx="3301988" cy="1559171"/>
          </a:xfrm>
          <a:prstGeom prst="rect">
            <a:avLst/>
          </a:prstGeom>
        </p:spPr>
      </p:pic>
      <p:sp>
        <p:nvSpPr>
          <p:cNvPr id="3" name="Rectangle: Rounded Corners 2">
            <a:extLst>
              <a:ext uri="{FF2B5EF4-FFF2-40B4-BE49-F238E27FC236}">
                <a16:creationId xmlns:a16="http://schemas.microsoft.com/office/drawing/2014/main" id="{247E7A97-7F48-D9C8-4771-16CE7DC43A2B}"/>
              </a:ext>
            </a:extLst>
          </p:cNvPr>
          <p:cNvSpPr/>
          <p:nvPr/>
        </p:nvSpPr>
        <p:spPr>
          <a:xfrm>
            <a:off x="1225031" y="2071204"/>
            <a:ext cx="10351537" cy="5458792"/>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342900" indent="-342900">
              <a:buFont typeface="Wingdings" panose="05000000000000000000" pitchFamily="2" charset="2"/>
              <a:buChar char="Ø"/>
            </a:pPr>
            <a:r>
              <a:rPr lang="en-US" sz="2400" dirty="0"/>
              <a:t>Abstract</a:t>
            </a:r>
          </a:p>
          <a:p>
            <a:pPr marL="342900" indent="-342900">
              <a:buFont typeface="Wingdings" panose="05000000000000000000" pitchFamily="2" charset="2"/>
              <a:buChar char="Ø"/>
            </a:pPr>
            <a:r>
              <a:rPr lang="en-US" sz="2400" dirty="0"/>
              <a:t>Existing system</a:t>
            </a:r>
          </a:p>
          <a:p>
            <a:pPr marL="342900" indent="-342900">
              <a:buFont typeface="Wingdings" panose="05000000000000000000" pitchFamily="2" charset="2"/>
              <a:buChar char="Ø"/>
            </a:pPr>
            <a:r>
              <a:rPr lang="en-US" sz="2400" dirty="0"/>
              <a:t>Problem identification</a:t>
            </a:r>
          </a:p>
          <a:p>
            <a:pPr marL="342900" indent="-342900">
              <a:buFont typeface="Wingdings" panose="05000000000000000000" pitchFamily="2" charset="2"/>
              <a:buChar char="Ø"/>
            </a:pPr>
            <a:r>
              <a:rPr lang="en-US" sz="2400" dirty="0"/>
              <a:t>Objective</a:t>
            </a:r>
          </a:p>
          <a:p>
            <a:pPr marL="342900" indent="-342900">
              <a:buFont typeface="Wingdings" panose="05000000000000000000" pitchFamily="2" charset="2"/>
              <a:buChar char="Ø"/>
            </a:pPr>
            <a:r>
              <a:rPr lang="en-US" sz="2400" dirty="0"/>
              <a:t>Proposed solution </a:t>
            </a:r>
          </a:p>
          <a:p>
            <a:pPr marL="342900" indent="-342900">
              <a:buFont typeface="Wingdings" panose="05000000000000000000" pitchFamily="2" charset="2"/>
              <a:buChar char="Ø"/>
            </a:pPr>
            <a:r>
              <a:rPr lang="en-US" sz="2400" dirty="0"/>
              <a:t>System architecture</a:t>
            </a:r>
          </a:p>
          <a:p>
            <a:pPr marL="342900" indent="-342900">
              <a:buFont typeface="Wingdings" panose="05000000000000000000" pitchFamily="2" charset="2"/>
              <a:buChar char="Ø"/>
            </a:pPr>
            <a:r>
              <a:rPr lang="en-US" sz="2400" dirty="0"/>
              <a:t>Methodology</a:t>
            </a:r>
          </a:p>
          <a:p>
            <a:pPr marL="342900" indent="-342900">
              <a:buFont typeface="Wingdings" panose="05000000000000000000" pitchFamily="2" charset="2"/>
              <a:buChar char="Ø"/>
            </a:pPr>
            <a:r>
              <a:rPr lang="en-US" sz="2400" dirty="0"/>
              <a:t>Experimental result </a:t>
            </a:r>
          </a:p>
          <a:p>
            <a:pPr marL="342900" indent="-342900">
              <a:buFont typeface="Wingdings" panose="05000000000000000000" pitchFamily="2" charset="2"/>
              <a:buChar char="Ø"/>
            </a:pPr>
            <a:r>
              <a:rPr lang="en-US" sz="2400" dirty="0"/>
              <a:t>Comparison table</a:t>
            </a:r>
          </a:p>
          <a:p>
            <a:pPr marL="342900" indent="-342900">
              <a:buFont typeface="Wingdings" panose="05000000000000000000" pitchFamily="2" charset="2"/>
              <a:buChar char="Ø"/>
            </a:pPr>
            <a:r>
              <a:rPr lang="en-US" sz="2400" dirty="0"/>
              <a:t>Conclusion</a:t>
            </a:r>
          </a:p>
          <a:p>
            <a:pPr marL="342900" indent="-342900">
              <a:buFont typeface="Wingdings" panose="05000000000000000000" pitchFamily="2" charset="2"/>
              <a:buChar char="Ø"/>
            </a:pPr>
            <a:r>
              <a:rPr lang="en-US" sz="2400" dirty="0"/>
              <a:t>References </a:t>
            </a:r>
          </a:p>
        </p:txBody>
      </p:sp>
      <p:pic>
        <p:nvPicPr>
          <p:cNvPr id="5" name="Picture 4">
            <a:extLst>
              <a:ext uri="{FF2B5EF4-FFF2-40B4-BE49-F238E27FC236}">
                <a16:creationId xmlns:a16="http://schemas.microsoft.com/office/drawing/2014/main" id="{A6A4F693-15F3-74DC-D673-0E8935147F3C}"/>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884540" y="2484532"/>
            <a:ext cx="4528701" cy="4272700"/>
          </a:xfrm>
          <a:prstGeom prst="rect">
            <a:avLst/>
          </a:prstGeom>
          <a:noFill/>
          <a:ln>
            <a:noFill/>
          </a:ln>
        </p:spPr>
      </p:pic>
    </p:spTree>
    <p:extLst>
      <p:ext uri="{BB962C8B-B14F-4D97-AF65-F5344CB8AC3E}">
        <p14:creationId xmlns:p14="http://schemas.microsoft.com/office/powerpoint/2010/main" val="28702491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5" name="Google Shape;85;p1"/>
          <p:cNvSpPr/>
          <p:nvPr/>
        </p:nvSpPr>
        <p:spPr>
          <a:xfrm>
            <a:off x="-11341" y="-105278"/>
            <a:ext cx="12801600" cy="1559171"/>
          </a:xfrm>
          <a:custGeom>
            <a:avLst/>
            <a:gdLst/>
            <a:ahLst/>
            <a:cxnLst/>
            <a:rect l="l" t="t" r="r" b="b"/>
            <a:pathLst>
              <a:path w="20104100" h="2233930" extrusionOk="0">
                <a:moveTo>
                  <a:pt x="0" y="2233788"/>
                </a:moveTo>
                <a:lnTo>
                  <a:pt x="20104099" y="2233788"/>
                </a:lnTo>
                <a:lnTo>
                  <a:pt x="20104099" y="0"/>
                </a:lnTo>
                <a:lnTo>
                  <a:pt x="0" y="0"/>
                </a:lnTo>
                <a:lnTo>
                  <a:pt x="0" y="2233788"/>
                </a:lnTo>
                <a:close/>
              </a:path>
            </a:pathLst>
          </a:custGeom>
          <a:solidFill>
            <a:schemeClr val="accent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407" dirty="0">
              <a:solidFill>
                <a:schemeClr val="dk1"/>
              </a:solidFill>
              <a:latin typeface="Calibri"/>
              <a:ea typeface="Calibri"/>
              <a:cs typeface="Calibri"/>
              <a:sym typeface="Calibri"/>
            </a:endParaRPr>
          </a:p>
        </p:txBody>
      </p:sp>
      <p:sp>
        <p:nvSpPr>
          <p:cNvPr id="86" name="Google Shape;86;p1"/>
          <p:cNvSpPr txBox="1"/>
          <p:nvPr/>
        </p:nvSpPr>
        <p:spPr>
          <a:xfrm>
            <a:off x="2913343" y="602988"/>
            <a:ext cx="9186767" cy="559804"/>
          </a:xfrm>
          <a:prstGeom prst="rect">
            <a:avLst/>
          </a:prstGeom>
          <a:noFill/>
          <a:ln>
            <a:noFill/>
          </a:ln>
        </p:spPr>
        <p:txBody>
          <a:bodyPr spcFirstLastPara="1" wrap="square" lIns="0" tIns="5750" rIns="0" bIns="0" anchor="b" anchorCtr="0">
            <a:spAutoFit/>
          </a:bodyPr>
          <a:lstStyle/>
          <a:p>
            <a:pPr algn="ctr"/>
            <a:r>
              <a:rPr lang="en-US" sz="3600" dirty="0">
                <a:solidFill>
                  <a:schemeClr val="bg1"/>
                </a:solidFill>
              </a:rPr>
              <a:t>ABSTRACT</a:t>
            </a:r>
          </a:p>
        </p:txBody>
      </p:sp>
      <p:pic>
        <p:nvPicPr>
          <p:cNvPr id="4" name="Picture 3">
            <a:extLst>
              <a:ext uri="{FF2B5EF4-FFF2-40B4-BE49-F238E27FC236}">
                <a16:creationId xmlns:a16="http://schemas.microsoft.com/office/drawing/2014/main" id="{0723E4B7-B50A-46A5-7D9E-E6351B63954A}"/>
              </a:ext>
            </a:extLst>
          </p:cNvPr>
          <p:cNvPicPr>
            <a:picLocks noChangeAspect="1"/>
          </p:cNvPicPr>
          <p:nvPr/>
        </p:nvPicPr>
        <p:blipFill>
          <a:blip r:embed="rId3"/>
          <a:stretch>
            <a:fillRect/>
          </a:stretch>
        </p:blipFill>
        <p:spPr>
          <a:xfrm>
            <a:off x="15693" y="-127677"/>
            <a:ext cx="3301988" cy="1559171"/>
          </a:xfrm>
          <a:prstGeom prst="rect">
            <a:avLst/>
          </a:prstGeom>
        </p:spPr>
      </p:pic>
      <p:sp>
        <p:nvSpPr>
          <p:cNvPr id="3" name="Rectangle: Rounded Corners 2">
            <a:extLst>
              <a:ext uri="{FF2B5EF4-FFF2-40B4-BE49-F238E27FC236}">
                <a16:creationId xmlns:a16="http://schemas.microsoft.com/office/drawing/2014/main" id="{77248ED4-49E2-924A-3281-2B07E4E6F7BD}"/>
              </a:ext>
            </a:extLst>
          </p:cNvPr>
          <p:cNvSpPr/>
          <p:nvPr/>
        </p:nvSpPr>
        <p:spPr>
          <a:xfrm>
            <a:off x="419812" y="1648123"/>
            <a:ext cx="12026945" cy="7004558"/>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just"/>
            <a:r>
              <a:rPr lang="en-US" sz="2000" dirty="0">
                <a:solidFill>
                  <a:schemeClr val="bg1"/>
                </a:solidFill>
              </a:rPr>
              <a:t>The long usage of the smartphone can lead to the fatigue of the hand, thumb, and wrists because of the repetitive grip force, and incorrect wrists position. The project will describe an IoT based wearable device employed to measure the hand fatigue during the mobile phone use. The proposed system combines a system which operates on the force-sensitive resistors (FSR) sensors on the palm so as to detect the amount of force used to grip an object, and a MPU6500 inertial measurement unit (IMU) to detect the thumb motion and the posture of the wrist. An ESP32 microcontroller constantly reads sensor data, processes it by analyzing it on the microcontroller using a fatigue estimation algorithm which is a set of rules and a simplified algorithm. The system uses sustained grip force, repetitive thumb use and low variation of movement in addition to time in which it is used to determine fatigue risk score in real time. The system also </a:t>
            </a:r>
            <a:r>
              <a:rPr lang="en-US" sz="2000" dirty="0" err="1">
                <a:solidFill>
                  <a:schemeClr val="bg1"/>
                </a:solidFill>
              </a:rPr>
              <a:t>sents</a:t>
            </a:r>
            <a:r>
              <a:rPr lang="en-US" sz="2000" dirty="0">
                <a:solidFill>
                  <a:schemeClr val="bg1"/>
                </a:solidFill>
              </a:rPr>
              <a:t> a notification message to the user when the fatigue rating exceeds the preset values as a way of persuading the user to tighten the grip, alter wrist- posture or take brief rests. The feedback system will encourage the development of healthier phone usage behavior without visual and audio prompts. All processing is done on the device, and it is possible to achieve a low level of latency response and work without using the cloud services. The suggested system has the capacity to offer an inexpensive, yet efficient means of alerting against the danger of hand fatigue at the earliest stage and introducing ergonomic measures in the long-lasting smartphone utilization by consistent biomechanical-sensing and responsive-tactile-feedback-based control.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73677E69-7900-EBA3-169F-711C02F33AF1}"/>
            </a:ext>
          </a:extLst>
        </p:cNvPr>
        <p:cNvGrpSpPr/>
        <p:nvPr/>
      </p:nvGrpSpPr>
      <p:grpSpPr>
        <a:xfrm>
          <a:off x="0" y="0"/>
          <a:ext cx="0" cy="0"/>
          <a:chOff x="0" y="0"/>
          <a:chExt cx="0" cy="0"/>
        </a:xfrm>
      </p:grpSpPr>
      <p:sp>
        <p:nvSpPr>
          <p:cNvPr id="85" name="Google Shape;85;p1">
            <a:extLst>
              <a:ext uri="{FF2B5EF4-FFF2-40B4-BE49-F238E27FC236}">
                <a16:creationId xmlns:a16="http://schemas.microsoft.com/office/drawing/2014/main" id="{D92B3161-297D-B4A4-E586-A9E68AFAB282}"/>
              </a:ext>
            </a:extLst>
          </p:cNvPr>
          <p:cNvSpPr/>
          <p:nvPr/>
        </p:nvSpPr>
        <p:spPr>
          <a:xfrm>
            <a:off x="-11341" y="-105278"/>
            <a:ext cx="12801600" cy="1559171"/>
          </a:xfrm>
          <a:custGeom>
            <a:avLst/>
            <a:gdLst/>
            <a:ahLst/>
            <a:cxnLst/>
            <a:rect l="l" t="t" r="r" b="b"/>
            <a:pathLst>
              <a:path w="20104100" h="2233930" extrusionOk="0">
                <a:moveTo>
                  <a:pt x="0" y="2233788"/>
                </a:moveTo>
                <a:lnTo>
                  <a:pt x="20104099" y="2233788"/>
                </a:lnTo>
                <a:lnTo>
                  <a:pt x="20104099" y="0"/>
                </a:lnTo>
                <a:lnTo>
                  <a:pt x="0" y="0"/>
                </a:lnTo>
                <a:lnTo>
                  <a:pt x="0" y="2233788"/>
                </a:lnTo>
                <a:close/>
              </a:path>
            </a:pathLst>
          </a:custGeom>
          <a:solidFill>
            <a:schemeClr val="accent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407" dirty="0">
              <a:solidFill>
                <a:schemeClr val="dk1"/>
              </a:solidFill>
              <a:latin typeface="Calibri"/>
              <a:ea typeface="Calibri"/>
              <a:cs typeface="Calibri"/>
              <a:sym typeface="Calibri"/>
            </a:endParaRPr>
          </a:p>
        </p:txBody>
      </p:sp>
      <p:sp>
        <p:nvSpPr>
          <p:cNvPr id="86" name="Google Shape;86;p1">
            <a:extLst>
              <a:ext uri="{FF2B5EF4-FFF2-40B4-BE49-F238E27FC236}">
                <a16:creationId xmlns:a16="http://schemas.microsoft.com/office/drawing/2014/main" id="{327EF900-7FE4-F4D0-E075-619DD7F1C7E2}"/>
              </a:ext>
            </a:extLst>
          </p:cNvPr>
          <p:cNvSpPr txBox="1"/>
          <p:nvPr/>
        </p:nvSpPr>
        <p:spPr>
          <a:xfrm>
            <a:off x="2913343" y="48990"/>
            <a:ext cx="9186767" cy="1113802"/>
          </a:xfrm>
          <a:prstGeom prst="rect">
            <a:avLst/>
          </a:prstGeom>
          <a:noFill/>
          <a:ln>
            <a:noFill/>
          </a:ln>
        </p:spPr>
        <p:txBody>
          <a:bodyPr spcFirstLastPara="1" wrap="square" lIns="0" tIns="5750" rIns="0" bIns="0" anchor="b" anchorCtr="0">
            <a:spAutoFit/>
          </a:bodyPr>
          <a:lstStyle/>
          <a:p>
            <a:pPr algn="ctr"/>
            <a:r>
              <a:rPr lang="en-US" sz="3600" dirty="0">
                <a:solidFill>
                  <a:schemeClr val="bg1"/>
                </a:solidFill>
              </a:rPr>
              <a:t>EXISTING SYSTEM</a:t>
            </a:r>
          </a:p>
          <a:p>
            <a:pPr algn="ctr"/>
            <a:endParaRPr lang="en-US" sz="3600" dirty="0">
              <a:solidFill>
                <a:schemeClr val="bg1"/>
              </a:solidFill>
            </a:endParaRPr>
          </a:p>
        </p:txBody>
      </p:sp>
      <p:pic>
        <p:nvPicPr>
          <p:cNvPr id="4" name="Picture 3">
            <a:extLst>
              <a:ext uri="{FF2B5EF4-FFF2-40B4-BE49-F238E27FC236}">
                <a16:creationId xmlns:a16="http://schemas.microsoft.com/office/drawing/2014/main" id="{8033E01C-14F0-66B0-69F2-92970F4E443C}"/>
              </a:ext>
            </a:extLst>
          </p:cNvPr>
          <p:cNvPicPr>
            <a:picLocks noChangeAspect="1"/>
          </p:cNvPicPr>
          <p:nvPr/>
        </p:nvPicPr>
        <p:blipFill>
          <a:blip r:embed="rId3"/>
          <a:stretch>
            <a:fillRect/>
          </a:stretch>
        </p:blipFill>
        <p:spPr>
          <a:xfrm>
            <a:off x="15693" y="-127677"/>
            <a:ext cx="3301988" cy="1559171"/>
          </a:xfrm>
          <a:prstGeom prst="rect">
            <a:avLst/>
          </a:prstGeom>
        </p:spPr>
      </p:pic>
      <p:sp>
        <p:nvSpPr>
          <p:cNvPr id="3" name="Rectangle: Rounded Corners 2">
            <a:extLst>
              <a:ext uri="{FF2B5EF4-FFF2-40B4-BE49-F238E27FC236}">
                <a16:creationId xmlns:a16="http://schemas.microsoft.com/office/drawing/2014/main" id="{7BE78581-7D7F-A9C0-6FB2-D9B5A1CD4C06}"/>
              </a:ext>
            </a:extLst>
          </p:cNvPr>
          <p:cNvSpPr/>
          <p:nvPr/>
        </p:nvSpPr>
        <p:spPr>
          <a:xfrm>
            <a:off x="1225031" y="2071204"/>
            <a:ext cx="10351537" cy="5458792"/>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342900" indent="-342900">
              <a:buFont typeface="Arial" panose="020B0604020202020204" pitchFamily="34" charset="0"/>
              <a:buChar char="•"/>
            </a:pPr>
            <a:endParaRPr lang="en-US" sz="2400" dirty="0"/>
          </a:p>
        </p:txBody>
      </p:sp>
      <p:sp>
        <p:nvSpPr>
          <p:cNvPr id="2" name="Rectangle 1">
            <a:extLst>
              <a:ext uri="{FF2B5EF4-FFF2-40B4-BE49-F238E27FC236}">
                <a16:creationId xmlns:a16="http://schemas.microsoft.com/office/drawing/2014/main" id="{22598157-8834-9050-C5F9-77A339EE38F1}"/>
              </a:ext>
            </a:extLst>
          </p:cNvPr>
          <p:cNvSpPr>
            <a:spLocks noChangeArrowheads="1"/>
          </p:cNvSpPr>
          <p:nvPr/>
        </p:nvSpPr>
        <p:spPr bwMode="auto">
          <a:xfrm>
            <a:off x="1773392" y="2676943"/>
            <a:ext cx="9254815"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bg1"/>
                </a:solidFill>
                <a:effectLst/>
                <a:latin typeface="Arial" panose="020B0604020202020204" pitchFamily="34" charset="0"/>
              </a:rPr>
              <a:t> Self-Assessment Methods</a:t>
            </a:r>
            <a:r>
              <a:rPr lang="en-US" altLang="en-US" sz="1800" dirty="0">
                <a:solidFill>
                  <a:schemeClr val="bg1"/>
                </a:solidFill>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bg1"/>
                </a:solidFill>
                <a:effectLst/>
                <a:latin typeface="Arial" panose="020B0604020202020204" pitchFamily="34" charset="0"/>
              </a:rPr>
              <a:t>          Users rely on pain or discomfort, which is subjective and detected too late.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bg1"/>
                </a:solidFill>
                <a:effectLst/>
                <a:latin typeface="Arial" panose="020B0604020202020204" pitchFamily="34" charset="0"/>
              </a:rPr>
              <a:t> Ergonomic Guidelines &amp; Reminder Apps</a:t>
            </a:r>
            <a:r>
              <a:rPr kumimoji="0" lang="en-US" altLang="en-US" sz="1800" b="0" i="0" u="none" strike="noStrike" cap="none" normalizeH="0" baseline="0" dirty="0">
                <a:ln>
                  <a:noFill/>
                </a:ln>
                <a:solidFill>
                  <a:schemeClr val="bg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tabLst/>
            </a:pPr>
            <a:r>
              <a:rPr lang="en-US" altLang="en-US" sz="1800" dirty="0">
                <a:solidFill>
                  <a:schemeClr val="bg1"/>
                </a:solidFill>
                <a:latin typeface="Arial" panose="020B0604020202020204" pitchFamily="34" charset="0"/>
              </a:rPr>
              <a:t>         </a:t>
            </a:r>
            <a:r>
              <a:rPr kumimoji="0" lang="en-US" altLang="en-US" sz="1800" b="0" i="0" u="none" strike="noStrike" cap="none" normalizeH="0" baseline="0" dirty="0">
                <a:ln>
                  <a:noFill/>
                </a:ln>
                <a:solidFill>
                  <a:schemeClr val="bg1"/>
                </a:solidFill>
                <a:effectLst/>
                <a:latin typeface="Arial" panose="020B0604020202020204" pitchFamily="34" charset="0"/>
              </a:rPr>
              <a:t> Provide generic break reminders without tracking actual hand activity.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bg1"/>
                </a:solidFill>
                <a:effectLst/>
                <a:latin typeface="Arial" panose="020B0604020202020204" pitchFamily="34" charset="0"/>
              </a:rPr>
              <a:t> Clinical Diagnostic Tools (EMG, Nerve Tests)</a:t>
            </a:r>
            <a:r>
              <a:rPr kumimoji="0" lang="en-US" altLang="en-US" sz="1800" b="0" i="0" u="none" strike="noStrike" cap="none" normalizeH="0" baseline="0" dirty="0">
                <a:ln>
                  <a:noFill/>
                </a:ln>
                <a:solidFill>
                  <a:schemeClr val="bg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bg1"/>
                </a:solidFill>
                <a:effectLst/>
                <a:latin typeface="Arial" panose="020B0604020202020204" pitchFamily="34" charset="0"/>
              </a:rPr>
              <a:t>          Accurate but expensive and not suitable for continuous daily monitoring.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bg1"/>
                </a:solidFill>
                <a:effectLst/>
                <a:latin typeface="Arial" panose="020B0604020202020204" pitchFamily="34" charset="0"/>
              </a:rPr>
              <a:t> Wearable Devices (Smartwatches)</a:t>
            </a:r>
            <a:r>
              <a:rPr kumimoji="0" lang="en-US" altLang="en-US" sz="1800" b="0" i="0" u="none" strike="noStrike" cap="none" normalizeH="0" baseline="0" dirty="0">
                <a:ln>
                  <a:noFill/>
                </a:ln>
                <a:solidFill>
                  <a:schemeClr val="bg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tabLst/>
            </a:pPr>
            <a:r>
              <a:rPr lang="en-US" altLang="en-US" sz="1800" dirty="0">
                <a:solidFill>
                  <a:schemeClr val="bg1"/>
                </a:solidFill>
                <a:latin typeface="Arial" panose="020B0604020202020204" pitchFamily="34" charset="0"/>
              </a:rPr>
              <a:t>          </a:t>
            </a:r>
            <a:r>
              <a:rPr kumimoji="0" lang="en-US" altLang="en-US" sz="1800" b="0" i="0" u="none" strike="noStrike" cap="none" normalizeH="0" baseline="0" dirty="0">
                <a:ln>
                  <a:noFill/>
                </a:ln>
                <a:solidFill>
                  <a:schemeClr val="bg1"/>
                </a:solidFill>
                <a:effectLst/>
                <a:latin typeface="Arial" panose="020B0604020202020204" pitchFamily="34" charset="0"/>
              </a:rPr>
              <a:t>Track general movement but lack detailed hand and grip force analysis.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bg1"/>
                </a:solidFill>
                <a:effectLst/>
                <a:latin typeface="Arial" panose="020B0604020202020204" pitchFamily="34" charset="0"/>
              </a:rPr>
              <a:t>  Research Prototypes</a:t>
            </a:r>
            <a:r>
              <a:rPr kumimoji="0" lang="en-US" altLang="en-US" sz="1800" b="0" i="0" u="none" strike="noStrike" cap="none" normalizeH="0" baseline="0" dirty="0">
                <a:ln>
                  <a:noFill/>
                </a:ln>
                <a:solidFill>
                  <a:schemeClr val="bg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tabLst/>
            </a:pPr>
            <a:r>
              <a:rPr lang="en-US" altLang="en-US" sz="1800" dirty="0">
                <a:solidFill>
                  <a:schemeClr val="bg1"/>
                </a:solidFill>
                <a:latin typeface="Arial" panose="020B0604020202020204" pitchFamily="34" charset="0"/>
              </a:rPr>
              <a:t>         </a:t>
            </a:r>
            <a:r>
              <a:rPr kumimoji="0" lang="en-US" altLang="en-US" sz="1800" b="0" i="0" u="none" strike="noStrike" cap="none" normalizeH="0" baseline="0" dirty="0">
                <a:ln>
                  <a:noFill/>
                </a:ln>
                <a:solidFill>
                  <a:schemeClr val="bg1"/>
                </a:solidFill>
                <a:effectLst/>
                <a:latin typeface="Arial" panose="020B0604020202020204" pitchFamily="34" charset="0"/>
              </a:rPr>
              <a:t>Limited systems using single sensors without real-time feedback or practical usability. </a:t>
            </a:r>
          </a:p>
        </p:txBody>
      </p:sp>
    </p:spTree>
    <p:extLst>
      <p:ext uri="{BB962C8B-B14F-4D97-AF65-F5344CB8AC3E}">
        <p14:creationId xmlns:p14="http://schemas.microsoft.com/office/powerpoint/2010/main" val="34795389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CA9DCA79-D39D-D94A-76DB-9DA82955F178}"/>
            </a:ext>
          </a:extLst>
        </p:cNvPr>
        <p:cNvGrpSpPr/>
        <p:nvPr/>
      </p:nvGrpSpPr>
      <p:grpSpPr>
        <a:xfrm>
          <a:off x="0" y="0"/>
          <a:ext cx="0" cy="0"/>
          <a:chOff x="0" y="0"/>
          <a:chExt cx="0" cy="0"/>
        </a:xfrm>
      </p:grpSpPr>
      <p:sp>
        <p:nvSpPr>
          <p:cNvPr id="85" name="Google Shape;85;p1">
            <a:extLst>
              <a:ext uri="{FF2B5EF4-FFF2-40B4-BE49-F238E27FC236}">
                <a16:creationId xmlns:a16="http://schemas.microsoft.com/office/drawing/2014/main" id="{4BF78CFB-A60A-2AEE-EF39-D70B5BAA99FF}"/>
              </a:ext>
            </a:extLst>
          </p:cNvPr>
          <p:cNvSpPr/>
          <p:nvPr/>
        </p:nvSpPr>
        <p:spPr>
          <a:xfrm>
            <a:off x="-11341" y="-105278"/>
            <a:ext cx="12801600" cy="1559171"/>
          </a:xfrm>
          <a:custGeom>
            <a:avLst/>
            <a:gdLst/>
            <a:ahLst/>
            <a:cxnLst/>
            <a:rect l="l" t="t" r="r" b="b"/>
            <a:pathLst>
              <a:path w="20104100" h="2233930" extrusionOk="0">
                <a:moveTo>
                  <a:pt x="0" y="2233788"/>
                </a:moveTo>
                <a:lnTo>
                  <a:pt x="20104099" y="2233788"/>
                </a:lnTo>
                <a:lnTo>
                  <a:pt x="20104099" y="0"/>
                </a:lnTo>
                <a:lnTo>
                  <a:pt x="0" y="0"/>
                </a:lnTo>
                <a:lnTo>
                  <a:pt x="0" y="2233788"/>
                </a:lnTo>
                <a:close/>
              </a:path>
            </a:pathLst>
          </a:custGeom>
          <a:solidFill>
            <a:schemeClr val="accent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407" dirty="0">
              <a:solidFill>
                <a:schemeClr val="dk1"/>
              </a:solidFill>
              <a:latin typeface="Calibri"/>
              <a:ea typeface="Calibri"/>
              <a:cs typeface="Calibri"/>
              <a:sym typeface="Calibri"/>
            </a:endParaRPr>
          </a:p>
        </p:txBody>
      </p:sp>
      <p:sp>
        <p:nvSpPr>
          <p:cNvPr id="86" name="Google Shape;86;p1">
            <a:extLst>
              <a:ext uri="{FF2B5EF4-FFF2-40B4-BE49-F238E27FC236}">
                <a16:creationId xmlns:a16="http://schemas.microsoft.com/office/drawing/2014/main" id="{1691C565-DF2A-1D9F-FA01-CC139E9C1ED1}"/>
              </a:ext>
            </a:extLst>
          </p:cNvPr>
          <p:cNvSpPr txBox="1"/>
          <p:nvPr/>
        </p:nvSpPr>
        <p:spPr>
          <a:xfrm>
            <a:off x="2913343" y="602988"/>
            <a:ext cx="9186767" cy="559804"/>
          </a:xfrm>
          <a:prstGeom prst="rect">
            <a:avLst/>
          </a:prstGeom>
          <a:noFill/>
          <a:ln>
            <a:noFill/>
          </a:ln>
        </p:spPr>
        <p:txBody>
          <a:bodyPr spcFirstLastPara="1" wrap="square" lIns="0" tIns="5750" rIns="0" bIns="0" anchor="b" anchorCtr="0">
            <a:spAutoFit/>
          </a:bodyPr>
          <a:lstStyle/>
          <a:p>
            <a:pPr algn="ctr"/>
            <a:r>
              <a:rPr lang="en-US" sz="3600" dirty="0">
                <a:solidFill>
                  <a:schemeClr val="bg1"/>
                </a:solidFill>
              </a:rPr>
              <a:t>PROBLEM IDENTIFICATION</a:t>
            </a:r>
          </a:p>
        </p:txBody>
      </p:sp>
      <p:pic>
        <p:nvPicPr>
          <p:cNvPr id="4" name="Picture 3">
            <a:extLst>
              <a:ext uri="{FF2B5EF4-FFF2-40B4-BE49-F238E27FC236}">
                <a16:creationId xmlns:a16="http://schemas.microsoft.com/office/drawing/2014/main" id="{B7091169-C046-342E-8780-A302FCE0A7F1}"/>
              </a:ext>
            </a:extLst>
          </p:cNvPr>
          <p:cNvPicPr>
            <a:picLocks noChangeAspect="1"/>
          </p:cNvPicPr>
          <p:nvPr/>
        </p:nvPicPr>
        <p:blipFill>
          <a:blip r:embed="rId3"/>
          <a:stretch>
            <a:fillRect/>
          </a:stretch>
        </p:blipFill>
        <p:spPr>
          <a:xfrm>
            <a:off x="15693" y="-127677"/>
            <a:ext cx="3301988" cy="1559171"/>
          </a:xfrm>
          <a:prstGeom prst="rect">
            <a:avLst/>
          </a:prstGeom>
        </p:spPr>
      </p:pic>
      <p:sp>
        <p:nvSpPr>
          <p:cNvPr id="3" name="Rectangle: Rounded Corners 2">
            <a:extLst>
              <a:ext uri="{FF2B5EF4-FFF2-40B4-BE49-F238E27FC236}">
                <a16:creationId xmlns:a16="http://schemas.microsoft.com/office/drawing/2014/main" id="{D77823B8-5BFE-FB72-D935-76B723727DC7}"/>
              </a:ext>
            </a:extLst>
          </p:cNvPr>
          <p:cNvSpPr/>
          <p:nvPr/>
        </p:nvSpPr>
        <p:spPr>
          <a:xfrm>
            <a:off x="1225031" y="2071204"/>
            <a:ext cx="10351537" cy="5458792"/>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342900" indent="-342900">
              <a:buFont typeface="Arial" panose="020B0604020202020204" pitchFamily="34" charset="0"/>
              <a:buChar char="•"/>
            </a:pPr>
            <a:r>
              <a:rPr lang="en-IN" sz="2400" b="1" dirty="0"/>
              <a:t>Causes</a:t>
            </a:r>
          </a:p>
          <a:p>
            <a:pPr algn="just"/>
            <a:r>
              <a:rPr lang="en-IN" sz="2400" dirty="0"/>
              <a:t>Continuous smartphone usage leads to repetitive thumb motion </a:t>
            </a:r>
          </a:p>
          <a:p>
            <a:pPr algn="just"/>
            <a:r>
              <a:rPr lang="en-IN" sz="2400" dirty="0"/>
              <a:t>Continuous smartphone usage leads to static wrist posture </a:t>
            </a:r>
          </a:p>
          <a:p>
            <a:pPr algn="just"/>
            <a:r>
              <a:rPr lang="en-IN" sz="2400" dirty="0"/>
              <a:t>Continuous smartphone usage leads to excessive grip force </a:t>
            </a:r>
          </a:p>
          <a:p>
            <a:pPr algn="just"/>
            <a:endParaRPr lang="en-IN" sz="2400" b="1" dirty="0"/>
          </a:p>
          <a:p>
            <a:pPr marL="342900" indent="-342900" algn="just">
              <a:buFont typeface="Arial" panose="020B0604020202020204" pitchFamily="34" charset="0"/>
              <a:buChar char="•"/>
            </a:pPr>
            <a:r>
              <a:rPr lang="en-IN" sz="2400" b="1" dirty="0"/>
              <a:t>Effects</a:t>
            </a:r>
          </a:p>
          <a:p>
            <a:pPr algn="just"/>
            <a:r>
              <a:rPr lang="en-IN" sz="2400" dirty="0"/>
              <a:t>Causes hand fatigue </a:t>
            </a:r>
          </a:p>
          <a:p>
            <a:pPr algn="just"/>
            <a:r>
              <a:rPr lang="en-IN" sz="2400" dirty="0"/>
              <a:t>Leads to wrist pain </a:t>
            </a:r>
          </a:p>
          <a:p>
            <a:pPr algn="just"/>
            <a:r>
              <a:rPr lang="en-IN" sz="2400" dirty="0"/>
              <a:t>Increases risk of RSI and carpal tunnel syndrome </a:t>
            </a:r>
          </a:p>
          <a:p>
            <a:pPr algn="just"/>
            <a:endParaRPr lang="en-IN" sz="2400" b="1" dirty="0"/>
          </a:p>
          <a:p>
            <a:pPr marL="342900" indent="-342900" algn="just">
              <a:buFont typeface="Arial" panose="020B0604020202020204" pitchFamily="34" charset="0"/>
              <a:buChar char="•"/>
            </a:pPr>
            <a:r>
              <a:rPr lang="en-IN" sz="2400" b="1" dirty="0"/>
              <a:t>Research Gap</a:t>
            </a:r>
          </a:p>
          <a:p>
            <a:pPr algn="just"/>
            <a:r>
              <a:rPr lang="en-IN" sz="2400" dirty="0"/>
              <a:t>No real-time, user-friendly fatigue monitoring system available</a:t>
            </a:r>
          </a:p>
        </p:txBody>
      </p:sp>
    </p:spTree>
    <p:extLst>
      <p:ext uri="{BB962C8B-B14F-4D97-AF65-F5344CB8AC3E}">
        <p14:creationId xmlns:p14="http://schemas.microsoft.com/office/powerpoint/2010/main" val="25041639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44EA90E7-DCA0-76A4-12A1-C622656B8CCC}"/>
            </a:ext>
          </a:extLst>
        </p:cNvPr>
        <p:cNvGrpSpPr/>
        <p:nvPr/>
      </p:nvGrpSpPr>
      <p:grpSpPr>
        <a:xfrm>
          <a:off x="0" y="0"/>
          <a:ext cx="0" cy="0"/>
          <a:chOff x="0" y="0"/>
          <a:chExt cx="0" cy="0"/>
        </a:xfrm>
      </p:grpSpPr>
      <p:sp>
        <p:nvSpPr>
          <p:cNvPr id="85" name="Google Shape;85;p1">
            <a:extLst>
              <a:ext uri="{FF2B5EF4-FFF2-40B4-BE49-F238E27FC236}">
                <a16:creationId xmlns:a16="http://schemas.microsoft.com/office/drawing/2014/main" id="{3282D67A-2563-B345-3A3C-24640539B8A9}"/>
              </a:ext>
            </a:extLst>
          </p:cNvPr>
          <p:cNvSpPr/>
          <p:nvPr/>
        </p:nvSpPr>
        <p:spPr>
          <a:xfrm>
            <a:off x="-11341" y="-105278"/>
            <a:ext cx="12801600" cy="1559171"/>
          </a:xfrm>
          <a:custGeom>
            <a:avLst/>
            <a:gdLst/>
            <a:ahLst/>
            <a:cxnLst/>
            <a:rect l="l" t="t" r="r" b="b"/>
            <a:pathLst>
              <a:path w="20104100" h="2233930" extrusionOk="0">
                <a:moveTo>
                  <a:pt x="0" y="2233788"/>
                </a:moveTo>
                <a:lnTo>
                  <a:pt x="20104099" y="2233788"/>
                </a:lnTo>
                <a:lnTo>
                  <a:pt x="20104099" y="0"/>
                </a:lnTo>
                <a:lnTo>
                  <a:pt x="0" y="0"/>
                </a:lnTo>
                <a:lnTo>
                  <a:pt x="0" y="2233788"/>
                </a:lnTo>
                <a:close/>
              </a:path>
            </a:pathLst>
          </a:custGeom>
          <a:solidFill>
            <a:schemeClr val="accent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407" dirty="0">
              <a:solidFill>
                <a:schemeClr val="dk1"/>
              </a:solidFill>
              <a:latin typeface="Calibri"/>
              <a:ea typeface="Calibri"/>
              <a:cs typeface="Calibri"/>
              <a:sym typeface="Calibri"/>
            </a:endParaRPr>
          </a:p>
        </p:txBody>
      </p:sp>
      <p:sp>
        <p:nvSpPr>
          <p:cNvPr id="86" name="Google Shape;86;p1">
            <a:extLst>
              <a:ext uri="{FF2B5EF4-FFF2-40B4-BE49-F238E27FC236}">
                <a16:creationId xmlns:a16="http://schemas.microsoft.com/office/drawing/2014/main" id="{3802DD6E-D3F7-417A-ABB0-F106F9295651}"/>
              </a:ext>
            </a:extLst>
          </p:cNvPr>
          <p:cNvSpPr txBox="1"/>
          <p:nvPr/>
        </p:nvSpPr>
        <p:spPr>
          <a:xfrm>
            <a:off x="2913343" y="602988"/>
            <a:ext cx="9186767" cy="559804"/>
          </a:xfrm>
          <a:prstGeom prst="rect">
            <a:avLst/>
          </a:prstGeom>
          <a:noFill/>
          <a:ln>
            <a:noFill/>
          </a:ln>
        </p:spPr>
        <p:txBody>
          <a:bodyPr spcFirstLastPara="1" wrap="square" lIns="0" tIns="5750" rIns="0" bIns="0" anchor="b" anchorCtr="0">
            <a:spAutoFit/>
          </a:bodyPr>
          <a:lstStyle/>
          <a:p>
            <a:pPr algn="ctr"/>
            <a:r>
              <a:rPr lang="en-US" sz="3600" dirty="0">
                <a:solidFill>
                  <a:schemeClr val="bg1"/>
                </a:solidFill>
              </a:rPr>
              <a:t>OBJECTIVE</a:t>
            </a:r>
          </a:p>
        </p:txBody>
      </p:sp>
      <p:pic>
        <p:nvPicPr>
          <p:cNvPr id="4" name="Picture 3">
            <a:extLst>
              <a:ext uri="{FF2B5EF4-FFF2-40B4-BE49-F238E27FC236}">
                <a16:creationId xmlns:a16="http://schemas.microsoft.com/office/drawing/2014/main" id="{7D2E32D2-6D66-F340-9EFC-A23841204B56}"/>
              </a:ext>
            </a:extLst>
          </p:cNvPr>
          <p:cNvPicPr>
            <a:picLocks noChangeAspect="1"/>
          </p:cNvPicPr>
          <p:nvPr/>
        </p:nvPicPr>
        <p:blipFill>
          <a:blip r:embed="rId3"/>
          <a:stretch>
            <a:fillRect/>
          </a:stretch>
        </p:blipFill>
        <p:spPr>
          <a:xfrm>
            <a:off x="15693" y="-127677"/>
            <a:ext cx="3301988" cy="1559171"/>
          </a:xfrm>
          <a:prstGeom prst="rect">
            <a:avLst/>
          </a:prstGeom>
        </p:spPr>
      </p:pic>
      <p:sp>
        <p:nvSpPr>
          <p:cNvPr id="3" name="Rectangle: Rounded Corners 2">
            <a:extLst>
              <a:ext uri="{FF2B5EF4-FFF2-40B4-BE49-F238E27FC236}">
                <a16:creationId xmlns:a16="http://schemas.microsoft.com/office/drawing/2014/main" id="{849327E8-3ADC-2FDF-73BF-FC686B0D9E25}"/>
              </a:ext>
            </a:extLst>
          </p:cNvPr>
          <p:cNvSpPr/>
          <p:nvPr/>
        </p:nvSpPr>
        <p:spPr>
          <a:xfrm>
            <a:off x="1225031" y="2071204"/>
            <a:ext cx="10351537" cy="5458792"/>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342900" indent="-342900">
              <a:buFont typeface="Arial" panose="020B0604020202020204" pitchFamily="34" charset="0"/>
              <a:buChar char="•"/>
            </a:pPr>
            <a:r>
              <a:rPr lang="en-US" sz="2400" dirty="0"/>
              <a:t>Design a wearable IoT system for fatigue detection</a:t>
            </a:r>
          </a:p>
          <a:p>
            <a:pPr marL="342900" indent="-342900">
              <a:buFont typeface="Arial" panose="020B0604020202020204" pitchFamily="34" charset="0"/>
              <a:buChar char="•"/>
            </a:pPr>
            <a:r>
              <a:rPr lang="en-US" sz="2400" dirty="0"/>
              <a:t>Monitor: </a:t>
            </a:r>
          </a:p>
          <a:p>
            <a:r>
              <a:rPr lang="en-US" sz="2400" dirty="0"/>
              <a:t>        Grip force</a:t>
            </a:r>
          </a:p>
          <a:p>
            <a:r>
              <a:rPr lang="en-US" sz="2400" dirty="0"/>
              <a:t>        Thumb movement</a:t>
            </a:r>
          </a:p>
          <a:p>
            <a:r>
              <a:rPr lang="en-US" sz="2400" dirty="0"/>
              <a:t>        Wrist posture</a:t>
            </a:r>
          </a:p>
          <a:p>
            <a:pPr marL="342900" indent="-342900">
              <a:buFont typeface="Arial" panose="020B0604020202020204" pitchFamily="34" charset="0"/>
              <a:buChar char="•"/>
            </a:pPr>
            <a:r>
              <a:rPr lang="en-US" sz="2400" dirty="0"/>
              <a:t>Compute fatigue score in real-time</a:t>
            </a:r>
          </a:p>
          <a:p>
            <a:pPr marL="342900" indent="-342900">
              <a:buFont typeface="Arial" panose="020B0604020202020204" pitchFamily="34" charset="0"/>
              <a:buChar char="•"/>
            </a:pPr>
            <a:r>
              <a:rPr lang="en-US" sz="2400" dirty="0"/>
              <a:t>Provide instant user feedback</a:t>
            </a:r>
          </a:p>
          <a:p>
            <a:pPr marL="342900" indent="-342900">
              <a:buFont typeface="Arial" panose="020B0604020202020204" pitchFamily="34" charset="0"/>
              <a:buChar char="•"/>
            </a:pPr>
            <a:r>
              <a:rPr lang="en-US" sz="2400" dirty="0"/>
              <a:t>Ensure: </a:t>
            </a:r>
          </a:p>
          <a:p>
            <a:r>
              <a:rPr lang="en-US" sz="2400" dirty="0"/>
              <a:t>         Low cost</a:t>
            </a:r>
          </a:p>
          <a:p>
            <a:r>
              <a:rPr lang="en-US" sz="2400" dirty="0"/>
              <a:t>         Low latency</a:t>
            </a:r>
          </a:p>
        </p:txBody>
      </p:sp>
    </p:spTree>
    <p:extLst>
      <p:ext uri="{BB962C8B-B14F-4D97-AF65-F5344CB8AC3E}">
        <p14:creationId xmlns:p14="http://schemas.microsoft.com/office/powerpoint/2010/main" val="21354582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32F000CE-3404-E3ED-8CDF-64521F7117F3}"/>
            </a:ext>
          </a:extLst>
        </p:cNvPr>
        <p:cNvGrpSpPr/>
        <p:nvPr/>
      </p:nvGrpSpPr>
      <p:grpSpPr>
        <a:xfrm>
          <a:off x="0" y="0"/>
          <a:ext cx="0" cy="0"/>
          <a:chOff x="0" y="0"/>
          <a:chExt cx="0" cy="0"/>
        </a:xfrm>
      </p:grpSpPr>
      <p:sp>
        <p:nvSpPr>
          <p:cNvPr id="85" name="Google Shape;85;p1">
            <a:extLst>
              <a:ext uri="{FF2B5EF4-FFF2-40B4-BE49-F238E27FC236}">
                <a16:creationId xmlns:a16="http://schemas.microsoft.com/office/drawing/2014/main" id="{FA9FA168-8680-B2B2-D86A-9C70C684F282}"/>
              </a:ext>
            </a:extLst>
          </p:cNvPr>
          <p:cNvSpPr/>
          <p:nvPr/>
        </p:nvSpPr>
        <p:spPr>
          <a:xfrm>
            <a:off x="-11341" y="-105278"/>
            <a:ext cx="12801600" cy="1559171"/>
          </a:xfrm>
          <a:custGeom>
            <a:avLst/>
            <a:gdLst/>
            <a:ahLst/>
            <a:cxnLst/>
            <a:rect l="l" t="t" r="r" b="b"/>
            <a:pathLst>
              <a:path w="20104100" h="2233930" extrusionOk="0">
                <a:moveTo>
                  <a:pt x="0" y="2233788"/>
                </a:moveTo>
                <a:lnTo>
                  <a:pt x="20104099" y="2233788"/>
                </a:lnTo>
                <a:lnTo>
                  <a:pt x="20104099" y="0"/>
                </a:lnTo>
                <a:lnTo>
                  <a:pt x="0" y="0"/>
                </a:lnTo>
                <a:lnTo>
                  <a:pt x="0" y="2233788"/>
                </a:lnTo>
                <a:close/>
              </a:path>
            </a:pathLst>
          </a:custGeom>
          <a:solidFill>
            <a:schemeClr val="accent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407" dirty="0">
              <a:solidFill>
                <a:schemeClr val="dk1"/>
              </a:solidFill>
              <a:latin typeface="Calibri"/>
              <a:ea typeface="Calibri"/>
              <a:cs typeface="Calibri"/>
              <a:sym typeface="Calibri"/>
            </a:endParaRPr>
          </a:p>
        </p:txBody>
      </p:sp>
      <p:sp>
        <p:nvSpPr>
          <p:cNvPr id="86" name="Google Shape;86;p1">
            <a:extLst>
              <a:ext uri="{FF2B5EF4-FFF2-40B4-BE49-F238E27FC236}">
                <a16:creationId xmlns:a16="http://schemas.microsoft.com/office/drawing/2014/main" id="{6F02AF51-60E4-41D2-111A-065FF1F06CE0}"/>
              </a:ext>
            </a:extLst>
          </p:cNvPr>
          <p:cNvSpPr txBox="1"/>
          <p:nvPr/>
        </p:nvSpPr>
        <p:spPr>
          <a:xfrm>
            <a:off x="2913343" y="602988"/>
            <a:ext cx="9186767" cy="559804"/>
          </a:xfrm>
          <a:prstGeom prst="rect">
            <a:avLst/>
          </a:prstGeom>
          <a:noFill/>
          <a:ln>
            <a:noFill/>
          </a:ln>
        </p:spPr>
        <p:txBody>
          <a:bodyPr spcFirstLastPara="1" wrap="square" lIns="0" tIns="5750" rIns="0" bIns="0" anchor="b" anchorCtr="0">
            <a:spAutoFit/>
          </a:bodyPr>
          <a:lstStyle/>
          <a:p>
            <a:pPr algn="ctr"/>
            <a:r>
              <a:rPr lang="en-US" sz="3600" dirty="0">
                <a:solidFill>
                  <a:schemeClr val="bg1"/>
                </a:solidFill>
              </a:rPr>
              <a:t>PROPOSED SOLUTION</a:t>
            </a:r>
          </a:p>
        </p:txBody>
      </p:sp>
      <p:pic>
        <p:nvPicPr>
          <p:cNvPr id="4" name="Picture 3">
            <a:extLst>
              <a:ext uri="{FF2B5EF4-FFF2-40B4-BE49-F238E27FC236}">
                <a16:creationId xmlns:a16="http://schemas.microsoft.com/office/drawing/2014/main" id="{2D5C8BC3-1E0A-C9BA-DF09-7D8958DDDC7B}"/>
              </a:ext>
            </a:extLst>
          </p:cNvPr>
          <p:cNvPicPr>
            <a:picLocks noChangeAspect="1"/>
          </p:cNvPicPr>
          <p:nvPr/>
        </p:nvPicPr>
        <p:blipFill>
          <a:blip r:embed="rId3"/>
          <a:stretch>
            <a:fillRect/>
          </a:stretch>
        </p:blipFill>
        <p:spPr>
          <a:xfrm>
            <a:off x="15693" y="-127677"/>
            <a:ext cx="3301988" cy="1559171"/>
          </a:xfrm>
          <a:prstGeom prst="rect">
            <a:avLst/>
          </a:prstGeom>
        </p:spPr>
      </p:pic>
      <p:sp>
        <p:nvSpPr>
          <p:cNvPr id="3" name="Rectangle: Rounded Corners 2">
            <a:extLst>
              <a:ext uri="{FF2B5EF4-FFF2-40B4-BE49-F238E27FC236}">
                <a16:creationId xmlns:a16="http://schemas.microsoft.com/office/drawing/2014/main" id="{2C30168A-4F3E-5FF0-FC23-70A31A1CB9D8}"/>
              </a:ext>
            </a:extLst>
          </p:cNvPr>
          <p:cNvSpPr/>
          <p:nvPr/>
        </p:nvSpPr>
        <p:spPr>
          <a:xfrm>
            <a:off x="545911" y="1921078"/>
            <a:ext cx="10740788" cy="6649715"/>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342900" indent="-342900">
              <a:buFont typeface="Arial" panose="020B0604020202020204" pitchFamily="34" charset="0"/>
              <a:buChar char="•"/>
            </a:pPr>
            <a:r>
              <a:rPr lang="en-IN" sz="2400" dirty="0"/>
              <a:t>Develop a wearable IoT-based smart glove system </a:t>
            </a:r>
          </a:p>
          <a:p>
            <a:endParaRPr lang="en-IN" sz="2400" dirty="0"/>
          </a:p>
          <a:p>
            <a:pPr marL="342900" indent="-342900">
              <a:buFont typeface="Arial" panose="020B0604020202020204" pitchFamily="34" charset="0"/>
              <a:buChar char="•"/>
            </a:pPr>
            <a:r>
              <a:rPr lang="en-IN" sz="2400" dirty="0"/>
              <a:t>Use FSR and IMU sensors to capture grip force and hand motion</a:t>
            </a:r>
          </a:p>
          <a:p>
            <a:endParaRPr lang="en-IN" sz="2400" dirty="0"/>
          </a:p>
          <a:p>
            <a:pPr marL="342900" indent="-342900">
              <a:buFont typeface="Arial" panose="020B0604020202020204" pitchFamily="34" charset="0"/>
              <a:buChar char="•"/>
            </a:pPr>
            <a:r>
              <a:rPr lang="en-IN" sz="2400" dirty="0"/>
              <a:t>ESP32 processes sensor data in real-time using embedded computation </a:t>
            </a:r>
          </a:p>
          <a:p>
            <a:endParaRPr lang="en-IN" sz="2400" dirty="0"/>
          </a:p>
          <a:p>
            <a:pPr marL="342900" indent="-342900">
              <a:buFont typeface="Arial" panose="020B0604020202020204" pitchFamily="34" charset="0"/>
              <a:buChar char="•"/>
            </a:pPr>
            <a:r>
              <a:rPr lang="en-IN" sz="2400" dirty="0"/>
              <a:t>Apply rule-based model to calculate fatigue score from extracted features </a:t>
            </a:r>
          </a:p>
          <a:p>
            <a:endParaRPr lang="en-IN" sz="2400" dirty="0"/>
          </a:p>
          <a:p>
            <a:pPr marL="342900" indent="-342900">
              <a:buFont typeface="Arial" panose="020B0604020202020204" pitchFamily="34" charset="0"/>
              <a:buChar char="•"/>
            </a:pPr>
            <a:r>
              <a:rPr lang="en-IN" sz="2400" dirty="0"/>
              <a:t>Send real-time alerts to the user via Telegram notification</a:t>
            </a:r>
          </a:p>
        </p:txBody>
      </p:sp>
    </p:spTree>
    <p:extLst>
      <p:ext uri="{BB962C8B-B14F-4D97-AF65-F5344CB8AC3E}">
        <p14:creationId xmlns:p14="http://schemas.microsoft.com/office/powerpoint/2010/main" val="9905057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F16BC746-3EA2-CAC0-E1B4-17B0CB702C29}"/>
            </a:ext>
          </a:extLst>
        </p:cNvPr>
        <p:cNvGrpSpPr/>
        <p:nvPr/>
      </p:nvGrpSpPr>
      <p:grpSpPr>
        <a:xfrm>
          <a:off x="0" y="0"/>
          <a:ext cx="0" cy="0"/>
          <a:chOff x="0" y="0"/>
          <a:chExt cx="0" cy="0"/>
        </a:xfrm>
      </p:grpSpPr>
      <p:sp>
        <p:nvSpPr>
          <p:cNvPr id="85" name="Google Shape;85;p1">
            <a:extLst>
              <a:ext uri="{FF2B5EF4-FFF2-40B4-BE49-F238E27FC236}">
                <a16:creationId xmlns:a16="http://schemas.microsoft.com/office/drawing/2014/main" id="{BF1127EB-12EE-C36D-2EB7-30A5D4E6B6D9}"/>
              </a:ext>
            </a:extLst>
          </p:cNvPr>
          <p:cNvSpPr/>
          <p:nvPr/>
        </p:nvSpPr>
        <p:spPr>
          <a:xfrm>
            <a:off x="-11341" y="-105278"/>
            <a:ext cx="12801600" cy="1559171"/>
          </a:xfrm>
          <a:custGeom>
            <a:avLst/>
            <a:gdLst/>
            <a:ahLst/>
            <a:cxnLst/>
            <a:rect l="l" t="t" r="r" b="b"/>
            <a:pathLst>
              <a:path w="20104100" h="2233930" extrusionOk="0">
                <a:moveTo>
                  <a:pt x="0" y="2233788"/>
                </a:moveTo>
                <a:lnTo>
                  <a:pt x="20104099" y="2233788"/>
                </a:lnTo>
                <a:lnTo>
                  <a:pt x="20104099" y="0"/>
                </a:lnTo>
                <a:lnTo>
                  <a:pt x="0" y="0"/>
                </a:lnTo>
                <a:lnTo>
                  <a:pt x="0" y="2233788"/>
                </a:lnTo>
                <a:close/>
              </a:path>
            </a:pathLst>
          </a:custGeom>
          <a:solidFill>
            <a:schemeClr val="accent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407" dirty="0">
              <a:solidFill>
                <a:schemeClr val="dk1"/>
              </a:solidFill>
              <a:latin typeface="Calibri"/>
              <a:ea typeface="Calibri"/>
              <a:cs typeface="Calibri"/>
              <a:sym typeface="Calibri"/>
            </a:endParaRPr>
          </a:p>
        </p:txBody>
      </p:sp>
      <p:sp>
        <p:nvSpPr>
          <p:cNvPr id="86" name="Google Shape;86;p1">
            <a:extLst>
              <a:ext uri="{FF2B5EF4-FFF2-40B4-BE49-F238E27FC236}">
                <a16:creationId xmlns:a16="http://schemas.microsoft.com/office/drawing/2014/main" id="{718ABCC2-CA3B-7B53-4E83-61DBB56FABA8}"/>
              </a:ext>
            </a:extLst>
          </p:cNvPr>
          <p:cNvSpPr txBox="1"/>
          <p:nvPr/>
        </p:nvSpPr>
        <p:spPr>
          <a:xfrm>
            <a:off x="2244602" y="394405"/>
            <a:ext cx="9186767" cy="559804"/>
          </a:xfrm>
          <a:prstGeom prst="rect">
            <a:avLst/>
          </a:prstGeom>
          <a:noFill/>
          <a:ln>
            <a:noFill/>
          </a:ln>
        </p:spPr>
        <p:txBody>
          <a:bodyPr spcFirstLastPara="1" wrap="square" lIns="0" tIns="5750" rIns="0" bIns="0" anchor="b" anchorCtr="0">
            <a:spAutoFit/>
          </a:bodyPr>
          <a:lstStyle/>
          <a:p>
            <a:pPr algn="ctr"/>
            <a:r>
              <a:rPr lang="en-US" sz="3600" dirty="0">
                <a:solidFill>
                  <a:schemeClr val="bg1"/>
                </a:solidFill>
              </a:rPr>
              <a:t>ALGORITHM</a:t>
            </a:r>
          </a:p>
        </p:txBody>
      </p:sp>
      <p:pic>
        <p:nvPicPr>
          <p:cNvPr id="4" name="Picture 3">
            <a:extLst>
              <a:ext uri="{FF2B5EF4-FFF2-40B4-BE49-F238E27FC236}">
                <a16:creationId xmlns:a16="http://schemas.microsoft.com/office/drawing/2014/main" id="{D2DDF523-C8EE-0CE3-0702-718922BF236E}"/>
              </a:ext>
            </a:extLst>
          </p:cNvPr>
          <p:cNvPicPr>
            <a:picLocks noChangeAspect="1"/>
          </p:cNvPicPr>
          <p:nvPr/>
        </p:nvPicPr>
        <p:blipFill>
          <a:blip r:embed="rId3"/>
          <a:stretch>
            <a:fillRect/>
          </a:stretch>
        </p:blipFill>
        <p:spPr>
          <a:xfrm>
            <a:off x="15693" y="-127677"/>
            <a:ext cx="3301988" cy="1559171"/>
          </a:xfrm>
          <a:prstGeom prst="rect">
            <a:avLst/>
          </a:prstGeom>
        </p:spPr>
      </p:pic>
      <mc:AlternateContent xmlns:mc="http://schemas.openxmlformats.org/markup-compatibility/2006" xmlns:a14="http://schemas.microsoft.com/office/drawing/2010/main">
        <mc:Choice Requires="a14">
          <p:sp>
            <p:nvSpPr>
              <p:cNvPr id="3" name="Rectangle: Rounded Corners 2">
                <a:extLst>
                  <a:ext uri="{FF2B5EF4-FFF2-40B4-BE49-F238E27FC236}">
                    <a16:creationId xmlns:a16="http://schemas.microsoft.com/office/drawing/2014/main" id="{7E004CCA-8562-0046-576C-AD2F059F742C}"/>
                  </a:ext>
                </a:extLst>
              </p:cNvPr>
              <p:cNvSpPr/>
              <p:nvPr/>
            </p:nvSpPr>
            <p:spPr>
              <a:xfrm>
                <a:off x="545910" y="1921078"/>
                <a:ext cx="11554199" cy="7141035"/>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r>
                  <a:rPr lang="en-IN" dirty="0"/>
                  <a:t> </a:t>
                </a:r>
              </a:p>
              <a:p>
                <a:r>
                  <a:rPr lang="en-US" b="1" dirty="0"/>
                  <a:t>Algorithm Real-Time Hand Fatigue Detection and Feedback</a:t>
                </a:r>
              </a:p>
              <a:p>
                <a:endParaRPr lang="en-IN" dirty="0"/>
              </a:p>
              <a:p>
                <a:r>
                  <a:rPr lang="en-US" b="1" dirty="0"/>
                  <a:t>Input: </a:t>
                </a:r>
                <a:r>
                  <a:rPr lang="en-US" dirty="0"/>
                  <a:t>FSR sensor data (grip force), IMU data (acceleration and angular velocity)</a:t>
                </a:r>
                <a:endParaRPr lang="en-IN" dirty="0"/>
              </a:p>
              <a:p>
                <a:r>
                  <a:rPr lang="en-US" b="1" dirty="0"/>
                  <a:t>Output: </a:t>
                </a:r>
                <a:r>
                  <a:rPr lang="en-US" dirty="0"/>
                  <a:t>Fatigue warning message sent through  Telegram </a:t>
                </a:r>
                <a:endParaRPr lang="en-IN" dirty="0"/>
              </a:p>
              <a:p>
                <a:r>
                  <a:rPr lang="en-US" b="1" dirty="0"/>
                  <a:t>Initialize:</a:t>
                </a:r>
                <a:endParaRPr lang="en-IN" dirty="0"/>
              </a:p>
              <a:p>
                <a:r>
                  <a:rPr lang="en-US" dirty="0"/>
                  <a:t>    fatigue score </a:t>
                </a:r>
                <a14:m>
                  <m:oMath xmlns:m="http://schemas.openxmlformats.org/officeDocument/2006/math">
                    <m:r>
                      <a:rPr lang="en-US" i="1">
                        <a:latin typeface="Cambria Math" panose="02040503050406030204" pitchFamily="18" charset="0"/>
                      </a:rPr>
                      <m:t>𝑆</m:t>
                    </m:r>
                  </m:oMath>
                </a14:m>
                <a:br>
                  <a:rPr lang="en-US" dirty="0"/>
                </a:br>
                <a:r>
                  <a:rPr lang="en-US" dirty="0"/>
                  <a:t> usage time </a:t>
                </a:r>
                <a14:m>
                  <m:oMath xmlns:m="http://schemas.openxmlformats.org/officeDocument/2006/math">
                    <m:sSub>
                      <m:sSubPr>
                        <m:ctrlPr>
                          <a:rPr lang="en-IN" i="1">
                            <a:latin typeface="Cambria Math" panose="02040503050406030204" pitchFamily="18" charset="0"/>
                          </a:rPr>
                        </m:ctrlPr>
                      </m:sSubPr>
                      <m:e>
                        <m:r>
                          <a:rPr lang="en-US" i="1">
                            <a:latin typeface="Cambria Math" panose="02040503050406030204" pitchFamily="18" charset="0"/>
                          </a:rPr>
                          <m:t>𝑇</m:t>
                        </m:r>
                      </m:e>
                      <m:sub>
                        <m:r>
                          <a:rPr lang="en-US" i="1">
                            <a:latin typeface="Cambria Math" panose="02040503050406030204" pitchFamily="18" charset="0"/>
                          </a:rPr>
                          <m:t>𝑢𝑠𝑎𝑔𝑒</m:t>
                        </m:r>
                      </m:sub>
                    </m:sSub>
                  </m:oMath>
                </a14:m>
                <a:br>
                  <a:rPr lang="en-US" dirty="0"/>
                </a:br>
                <a:r>
                  <a:rPr lang="en-US" dirty="0"/>
                  <a:t> fatigue threshold </a:t>
                </a:r>
                <a14:m>
                  <m:oMath xmlns:m="http://schemas.openxmlformats.org/officeDocument/2006/math">
                    <m:sSub>
                      <m:sSubPr>
                        <m:ctrlPr>
                          <a:rPr lang="en-IN"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𝑡h</m:t>
                        </m:r>
                      </m:sub>
                    </m:sSub>
                  </m:oMath>
                </a14:m>
                <a:br>
                  <a:rPr lang="en-US" dirty="0"/>
                </a:br>
                <a:r>
                  <a:rPr lang="en-US" dirty="0"/>
                  <a:t> filter coefficient </a:t>
                </a:r>
                <a14:m>
                  <m:oMath xmlns:m="http://schemas.openxmlformats.org/officeDocument/2006/math">
                    <m:r>
                      <a:rPr lang="en-US" i="1">
                        <a:latin typeface="Cambria Math" panose="02040503050406030204" pitchFamily="18" charset="0"/>
                      </a:rPr>
                      <m:t>𝛼</m:t>
                    </m:r>
                  </m:oMath>
                </a14:m>
                <a:r>
                  <a:rPr lang="en-US" dirty="0"/>
                  <a:t>  </a:t>
                </a:r>
                <a:endParaRPr lang="en-IN" dirty="0"/>
              </a:p>
              <a:p>
                <a:r>
                  <a:rPr lang="en-IN" dirty="0"/>
                  <a:t>1: </a:t>
                </a:r>
                <a:r>
                  <a:rPr lang="en-IN" b="1" dirty="0"/>
                  <a:t>while</a:t>
                </a:r>
                <a:r>
                  <a:rPr lang="en-IN" dirty="0"/>
                  <a:t> device power is ON </a:t>
                </a:r>
                <a:r>
                  <a:rPr lang="en-IN" b="1" dirty="0"/>
                  <a:t>do</a:t>
                </a:r>
                <a:br>
                  <a:rPr lang="en-IN" dirty="0"/>
                </a:br>
                <a:r>
                  <a:rPr lang="en-IN" dirty="0"/>
                  <a:t>2:  Acquire raw FSR value </a:t>
                </a:r>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𝐹</m:t>
                        </m:r>
                      </m:e>
                      <m:sub>
                        <m:r>
                          <a:rPr lang="en-IN" i="1">
                            <a:latin typeface="Cambria Math" panose="02040503050406030204" pitchFamily="18" charset="0"/>
                          </a:rPr>
                          <m:t>𝑟𝑎𝑤</m:t>
                        </m:r>
                      </m:sub>
                    </m:sSub>
                  </m:oMath>
                </a14:m>
                <a:br>
                  <a:rPr lang="en-IN" dirty="0"/>
                </a:br>
                <a:r>
                  <a:rPr lang="en-IN" dirty="0"/>
                  <a:t>3:  Acquire IMU acceleration and gyroscope values </a:t>
                </a:r>
                <a:br>
                  <a:rPr lang="en-IN" dirty="0"/>
                </a:br>
                <a:r>
                  <a:rPr lang="en-IN" dirty="0"/>
                  <a:t>4:  Apply low-pass filtering</a:t>
                </a:r>
                <a:br>
                  <a:rPr lang="en-IN" dirty="0"/>
                </a:br>
                <a:r>
                  <a:rPr lang="en-IN" dirty="0"/>
                  <a:t>    </a:t>
                </a:r>
                <a14:m>
                  <m:oMath xmlns:m="http://schemas.openxmlformats.org/officeDocument/2006/math">
                    <m:r>
                      <a:rPr lang="en-IN" i="1">
                        <a:latin typeface="Cambria Math" panose="02040503050406030204" pitchFamily="18" charset="0"/>
                      </a:rPr>
                      <m:t>𝑦</m:t>
                    </m:r>
                    <m:r>
                      <a:rPr lang="en-IN" i="1">
                        <a:latin typeface="Cambria Math" panose="02040503050406030204" pitchFamily="18" charset="0"/>
                      </a:rPr>
                      <m:t>[</m:t>
                    </m:r>
                    <m:r>
                      <a:rPr lang="en-IN" i="1">
                        <a:latin typeface="Cambria Math" panose="02040503050406030204" pitchFamily="18" charset="0"/>
                      </a:rPr>
                      <m:t>𝑛</m:t>
                    </m:r>
                    <m:r>
                      <a:rPr lang="en-IN" i="1">
                        <a:latin typeface="Cambria Math" panose="02040503050406030204" pitchFamily="18" charset="0"/>
                      </a:rPr>
                      <m:t>]=</m:t>
                    </m:r>
                    <m:r>
                      <a:rPr lang="en-IN" i="1">
                        <a:latin typeface="Cambria Math" panose="02040503050406030204" pitchFamily="18" charset="0"/>
                      </a:rPr>
                      <m:t>𝛼</m:t>
                    </m:r>
                    <m:r>
                      <a:rPr lang="en-IN" i="1">
                        <a:latin typeface="Cambria Math" panose="02040503050406030204" pitchFamily="18" charset="0"/>
                      </a:rPr>
                      <m:t>𝑥</m:t>
                    </m:r>
                    <m:r>
                      <a:rPr lang="en-IN" i="1">
                        <a:latin typeface="Cambria Math" panose="02040503050406030204" pitchFamily="18" charset="0"/>
                      </a:rPr>
                      <m:t>[</m:t>
                    </m:r>
                    <m:r>
                      <a:rPr lang="en-IN" i="1">
                        <a:latin typeface="Cambria Math" panose="02040503050406030204" pitchFamily="18" charset="0"/>
                      </a:rPr>
                      <m:t>𝑛</m:t>
                    </m:r>
                    <m:r>
                      <a:rPr lang="en-IN" i="1">
                        <a:latin typeface="Cambria Math" panose="02040503050406030204" pitchFamily="18" charset="0"/>
                      </a:rPr>
                      <m:t>]+(1−</m:t>
                    </m:r>
                    <m:r>
                      <a:rPr lang="en-IN" i="1">
                        <a:latin typeface="Cambria Math" panose="02040503050406030204" pitchFamily="18" charset="0"/>
                      </a:rPr>
                      <m:t>𝛼</m:t>
                    </m:r>
                    <m:r>
                      <a:rPr lang="en-IN" i="1">
                        <a:latin typeface="Cambria Math" panose="02040503050406030204" pitchFamily="18" charset="0"/>
                      </a:rPr>
                      <m:t>)</m:t>
                    </m:r>
                    <m:r>
                      <a:rPr lang="en-IN" i="1">
                        <a:latin typeface="Cambria Math" panose="02040503050406030204" pitchFamily="18" charset="0"/>
                      </a:rPr>
                      <m:t>𝑦</m:t>
                    </m:r>
                    <m:r>
                      <a:rPr lang="en-IN" i="1">
                        <a:latin typeface="Cambria Math" panose="02040503050406030204" pitchFamily="18" charset="0"/>
                      </a:rPr>
                      <m:t>[</m:t>
                    </m:r>
                    <m:r>
                      <a:rPr lang="en-IN" i="1">
                        <a:latin typeface="Cambria Math" panose="02040503050406030204" pitchFamily="18" charset="0"/>
                      </a:rPr>
                      <m:t>𝑛</m:t>
                    </m:r>
                    <m:r>
                      <a:rPr lang="en-IN" i="1">
                        <a:latin typeface="Cambria Math" panose="02040503050406030204" pitchFamily="18" charset="0"/>
                      </a:rPr>
                      <m:t>−1]</m:t>
                    </m:r>
                  </m:oMath>
                </a14:m>
                <a:br>
                  <a:rPr lang="en-IN" dirty="0"/>
                </a:br>
                <a:r>
                  <a:rPr lang="en-IN" dirty="0"/>
                  <a:t>5:  Normalize filtered signals</a:t>
                </a:r>
                <a:br>
                  <a:rPr lang="en-IN" dirty="0"/>
                </a:br>
                <a:r>
                  <a:rPr lang="en-IN" dirty="0"/>
                  <a:t>6:  Compute features</a:t>
                </a:r>
                <a:br>
                  <a:rPr lang="en-IN" dirty="0"/>
                </a:br>
                <a:r>
                  <a:rPr lang="en-IN" dirty="0"/>
                  <a:t>    </a:t>
                </a:r>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𝐹</m:t>
                        </m:r>
                      </m:e>
                      <m:sub>
                        <m:r>
                          <a:rPr lang="en-IN" i="1">
                            <a:latin typeface="Cambria Math" panose="02040503050406030204" pitchFamily="18" charset="0"/>
                          </a:rPr>
                          <m:t>𝑚𝑒𝑎𝑛</m:t>
                        </m:r>
                      </m:sub>
                    </m:sSub>
                    <m:r>
                      <a:rPr lang="en-IN" i="1">
                        <a:latin typeface="Cambria Math" panose="02040503050406030204" pitchFamily="18" charset="0"/>
                      </a:rPr>
                      <m:t>←</m:t>
                    </m:r>
                  </m:oMath>
                </a14:m>
                <a:r>
                  <a:rPr lang="en-IN" dirty="0"/>
                  <a:t> average grip force</a:t>
                </a:r>
              </a:p>
              <a:p>
                <a:r>
                  <a:rPr lang="en-IN" dirty="0"/>
                  <a:t> </a:t>
                </a:r>
                <a14:m>
                  <m:oMath xmlns:m="http://schemas.openxmlformats.org/officeDocument/2006/math">
                    <m:r>
                      <a:rPr lang="en-IN" i="1">
                        <a:latin typeface="Cambria Math" panose="02040503050406030204" pitchFamily="18" charset="0"/>
                      </a:rPr>
                      <m:t> </m:t>
                    </m:r>
                    <m:r>
                      <a:rPr lang="en-IN" i="1">
                        <a:latin typeface="Cambria Math" panose="02040503050406030204" pitchFamily="18" charset="0"/>
                      </a:rPr>
                      <m:t>𝑅</m:t>
                    </m:r>
                    <m:r>
                      <a:rPr lang="en-IN" i="1">
                        <a:latin typeface="Cambria Math" panose="02040503050406030204" pitchFamily="18" charset="0"/>
                      </a:rPr>
                      <m:t>←</m:t>
                    </m:r>
                  </m:oMath>
                </a14:m>
                <a:r>
                  <a:rPr lang="en-IN" dirty="0"/>
                  <a:t> repetition rate</a:t>
                </a:r>
              </a:p>
              <a:p>
                <a14:m>
                  <m:oMath xmlns:m="http://schemas.openxmlformats.org/officeDocument/2006/math">
                    <m:r>
                      <a:rPr lang="en-IN" i="1">
                        <a:latin typeface="Cambria Math" panose="02040503050406030204" pitchFamily="18" charset="0"/>
                      </a:rPr>
                      <m:t> </m:t>
                    </m:r>
                    <m:sSub>
                      <m:sSubPr>
                        <m:ctrlPr>
                          <a:rPr lang="en-IN" i="1">
                            <a:latin typeface="Cambria Math" panose="02040503050406030204" pitchFamily="18" charset="0"/>
                          </a:rPr>
                        </m:ctrlPr>
                      </m:sSubPr>
                      <m:e>
                        <m:r>
                          <a:rPr lang="en-IN" i="1">
                            <a:latin typeface="Cambria Math" panose="02040503050406030204" pitchFamily="18" charset="0"/>
                          </a:rPr>
                          <m:t>𝑇</m:t>
                        </m:r>
                      </m:e>
                      <m:sub>
                        <m:r>
                          <a:rPr lang="en-IN" i="1">
                            <a:latin typeface="Cambria Math" panose="02040503050406030204" pitchFamily="18" charset="0"/>
                          </a:rPr>
                          <m:t>𝑢𝑠𝑎𝑔𝑒</m:t>
                        </m:r>
                      </m:sub>
                    </m:sSub>
                    <m:r>
                      <a:rPr lang="en-IN" i="1">
                        <a:latin typeface="Cambria Math" panose="02040503050406030204" pitchFamily="18" charset="0"/>
                      </a:rPr>
                      <m:t>←</m:t>
                    </m:r>
                  </m:oMath>
                </a14:m>
                <a:r>
                  <a:rPr lang="en-IN" dirty="0"/>
                  <a:t> cumulative usage time</a:t>
                </a:r>
                <a:br>
                  <a:rPr lang="en-IN" dirty="0"/>
                </a:br>
                <a:r>
                  <a:rPr lang="en-IN" dirty="0"/>
                  <a:t>    </a:t>
                </a:r>
                <a14:m>
                  <m:oMath xmlns:m="http://schemas.openxmlformats.org/officeDocument/2006/math">
                    <m:r>
                      <a:rPr lang="en-IN" i="1">
                        <a:latin typeface="Cambria Math" panose="02040503050406030204" pitchFamily="18" charset="0"/>
                      </a:rPr>
                      <m:t>𝑉𝑎𝑟</m:t>
                    </m:r>
                    <m:r>
                      <a:rPr lang="en-IN" i="1">
                        <a:latin typeface="Cambria Math" panose="02040503050406030204" pitchFamily="18" charset="0"/>
                      </a:rPr>
                      <m:t>←</m:t>
                    </m:r>
                  </m:oMath>
                </a14:m>
                <a:r>
                  <a:rPr lang="en-IN" dirty="0"/>
                  <a:t> motion variability    </a:t>
                </a:r>
                <a:br>
                  <a:rPr lang="en-IN" dirty="0"/>
                </a:br>
                <a:r>
                  <a:rPr lang="en-IN" dirty="0"/>
                  <a:t>7:  Calculate fatigue score</a:t>
                </a:r>
              </a:p>
              <a:p>
                <a:pPr/>
                <a14:m>
                  <m:oMathPara xmlns:m="http://schemas.openxmlformats.org/officeDocument/2006/math">
                    <m:oMathParaPr>
                      <m:jc m:val="centerGroup"/>
                    </m:oMathParaPr>
                    <m:oMath xmlns:m="http://schemas.openxmlformats.org/officeDocument/2006/math">
                      <m:m>
                        <m:mPr>
                          <m:plcHide m:val="on"/>
                          <m:mcs>
                            <m:mc>
                              <m:mcPr>
                                <m:count m:val="4"/>
                                <m:mcJc m:val="center"/>
                              </m:mcPr>
                            </m:mc>
                          </m:mcs>
                          <m:ctrlPr>
                            <a:rPr lang="en-IN" i="1">
                              <a:latin typeface="Cambria Math" panose="02040503050406030204" pitchFamily="18" charset="0"/>
                            </a:rPr>
                          </m:ctrlPr>
                        </m:mPr>
                        <m:mr>
                          <m:e/>
                          <m:e>
                            <m:r>
                              <a:rPr lang="en-IN" i="1">
                                <a:latin typeface="Cambria Math" panose="02040503050406030204" pitchFamily="18" charset="0"/>
                              </a:rPr>
                              <m:t> </m:t>
                            </m:r>
                            <m:r>
                              <a:rPr lang="en-IN" i="1">
                                <a:latin typeface="Cambria Math" panose="02040503050406030204" pitchFamily="18" charset="0"/>
                              </a:rPr>
                              <m:t>𝑆</m:t>
                            </m:r>
                            <m:r>
                              <a:rPr lang="en-IN" i="1">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i="1">
                                    <a:latin typeface="Cambria Math" panose="02040503050406030204" pitchFamily="18" charset="0"/>
                                  </a:rPr>
                                  <m:t>1</m:t>
                                </m:r>
                              </m:sub>
                            </m:sSub>
                            <m:sSub>
                              <m:sSubPr>
                                <m:ctrlPr>
                                  <a:rPr lang="en-IN" i="1">
                                    <a:latin typeface="Cambria Math" panose="02040503050406030204" pitchFamily="18" charset="0"/>
                                  </a:rPr>
                                </m:ctrlPr>
                              </m:sSubPr>
                              <m:e>
                                <m:r>
                                  <a:rPr lang="en-IN" i="1">
                                    <a:latin typeface="Cambria Math" panose="02040503050406030204" pitchFamily="18" charset="0"/>
                                  </a:rPr>
                                  <m:t>𝐹</m:t>
                                </m:r>
                              </m:e>
                              <m:sub>
                                <m:r>
                                  <a:rPr lang="en-IN" i="1">
                                    <a:latin typeface="Cambria Math" panose="02040503050406030204" pitchFamily="18" charset="0"/>
                                  </a:rPr>
                                  <m:t>𝑚𝑒𝑎𝑛</m:t>
                                </m:r>
                              </m:sub>
                            </m:sSub>
                            <m:r>
                              <a:rPr lang="en-IN" i="1">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i="1">
                                    <a:latin typeface="Cambria Math" panose="02040503050406030204" pitchFamily="18" charset="0"/>
                                  </a:rPr>
                                  <m:t>2</m:t>
                                </m:r>
                              </m:sub>
                            </m:sSub>
                            <m:r>
                              <a:rPr lang="en-IN" i="1">
                                <a:latin typeface="Cambria Math" panose="02040503050406030204" pitchFamily="18" charset="0"/>
                              </a:rPr>
                              <m:t>𝑅</m:t>
                            </m:r>
                            <m:r>
                              <a:rPr lang="en-IN" i="1">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i="1">
                                    <a:latin typeface="Cambria Math" panose="02040503050406030204" pitchFamily="18" charset="0"/>
                                  </a:rPr>
                                  <m:t>3</m:t>
                                </m:r>
                              </m:sub>
                            </m:sSub>
                            <m:sSub>
                              <m:sSubPr>
                                <m:ctrlPr>
                                  <a:rPr lang="en-IN" i="1">
                                    <a:latin typeface="Cambria Math" panose="02040503050406030204" pitchFamily="18" charset="0"/>
                                  </a:rPr>
                                </m:ctrlPr>
                              </m:sSubPr>
                              <m:e>
                                <m:r>
                                  <a:rPr lang="en-IN" i="1">
                                    <a:latin typeface="Cambria Math" panose="02040503050406030204" pitchFamily="18" charset="0"/>
                                  </a:rPr>
                                  <m:t>𝑇</m:t>
                                </m:r>
                              </m:e>
                              <m:sub>
                                <m:r>
                                  <a:rPr lang="en-IN" i="1">
                                    <a:latin typeface="Cambria Math" panose="02040503050406030204" pitchFamily="18" charset="0"/>
                                  </a:rPr>
                                  <m:t>𝑢𝑠𝑎𝑔𝑒</m:t>
                                </m:r>
                              </m:sub>
                            </m:sSub>
                            <m:r>
                              <a:rPr lang="en-IN" i="1">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i="1">
                                    <a:latin typeface="Cambria Math" panose="02040503050406030204" pitchFamily="18" charset="0"/>
                                  </a:rPr>
                                  <m:t>4</m:t>
                                </m:r>
                              </m:sub>
                            </m:sSub>
                            <m:d>
                              <m:dPr>
                                <m:ctrlPr>
                                  <a:rPr lang="en-IN" i="1">
                                    <a:latin typeface="Cambria Math" panose="02040503050406030204" pitchFamily="18" charset="0"/>
                                  </a:rPr>
                                </m:ctrlPr>
                              </m:dPr>
                              <m:e>
                                <m:f>
                                  <m:fPr>
                                    <m:ctrlPr>
                                      <a:rPr lang="en-IN" i="1">
                                        <a:latin typeface="Cambria Math" panose="02040503050406030204" pitchFamily="18" charset="0"/>
                                      </a:rPr>
                                    </m:ctrlPr>
                                  </m:fPr>
                                  <m:num>
                                    <m:r>
                                      <a:rPr lang="en-IN" i="1">
                                        <a:latin typeface="Cambria Math" panose="02040503050406030204" pitchFamily="18" charset="0"/>
                                      </a:rPr>
                                      <m:t>1</m:t>
                                    </m:r>
                                  </m:num>
                                  <m:den>
                                    <m:r>
                                      <a:rPr lang="en-IN" i="1">
                                        <a:latin typeface="Cambria Math" panose="02040503050406030204" pitchFamily="18" charset="0"/>
                                      </a:rPr>
                                      <m:t>𝑉𝑎</m:t>
                                    </m:r>
                                    <m:sSub>
                                      <m:sSubPr>
                                        <m:ctrlPr>
                                          <a:rPr lang="en-IN" i="1">
                                            <a:latin typeface="Cambria Math" panose="02040503050406030204" pitchFamily="18" charset="0"/>
                                          </a:rPr>
                                        </m:ctrlPr>
                                      </m:sSubPr>
                                      <m:e>
                                        <m:r>
                                          <a:rPr lang="en-IN" i="1">
                                            <a:latin typeface="Cambria Math" panose="02040503050406030204" pitchFamily="18" charset="0"/>
                                          </a:rPr>
                                          <m:t>𝑟</m:t>
                                        </m:r>
                                      </m:e>
                                      <m:sub>
                                        <m:r>
                                          <a:rPr lang="en-IN" i="1">
                                            <a:latin typeface="Cambria Math" panose="02040503050406030204" pitchFamily="18" charset="0"/>
                                          </a:rPr>
                                          <m:t>𝑚𝑜𝑡𝑖𝑜𝑛</m:t>
                                        </m:r>
                                      </m:sub>
                                    </m:sSub>
                                  </m:den>
                                </m:f>
                              </m:e>
                            </m:d>
                          </m:e>
                          <m:e/>
                          <m:e/>
                        </m:mr>
                      </m:m>
                    </m:oMath>
                  </m:oMathPara>
                </a14:m>
                <a:endParaRPr lang="en-IN" dirty="0"/>
              </a:p>
              <a:p>
                <a:r>
                  <a:rPr lang="en-IN" dirty="0"/>
                  <a:t>8:   </a:t>
                </a:r>
                <a:r>
                  <a:rPr lang="en-IN" b="1" dirty="0"/>
                  <a:t>if</a:t>
                </a:r>
                <a:r>
                  <a:rPr lang="en-IN" dirty="0"/>
                  <a:t> </a:t>
                </a:r>
                <a14:m>
                  <m:oMath xmlns:m="http://schemas.openxmlformats.org/officeDocument/2006/math">
                    <m:r>
                      <a:rPr lang="en-IN" i="1">
                        <a:latin typeface="Cambria Math" panose="02040503050406030204" pitchFamily="18" charset="0"/>
                      </a:rPr>
                      <m:t>𝑆</m:t>
                    </m:r>
                    <m:r>
                      <a:rPr lang="en-IN" i="1">
                        <a:latin typeface="Cambria Math" panose="02040503050406030204" pitchFamily="18" charset="0"/>
                      </a:rPr>
                      <m:t>&gt;</m:t>
                    </m:r>
                    <m:sSub>
                      <m:sSubPr>
                        <m:ctrlPr>
                          <a:rPr lang="en-IN" i="1">
                            <a:latin typeface="Cambria Math" panose="02040503050406030204" pitchFamily="18" charset="0"/>
                          </a:rPr>
                        </m:ctrlPr>
                      </m:sSubPr>
                      <m:e>
                        <m:r>
                          <a:rPr lang="en-IN" i="1">
                            <a:latin typeface="Cambria Math" panose="02040503050406030204" pitchFamily="18" charset="0"/>
                          </a:rPr>
                          <m:t>𝑆</m:t>
                        </m:r>
                      </m:e>
                      <m:sub>
                        <m:r>
                          <a:rPr lang="en-IN" i="1">
                            <a:latin typeface="Cambria Math" panose="02040503050406030204" pitchFamily="18" charset="0"/>
                          </a:rPr>
                          <m:t>𝑡h</m:t>
                        </m:r>
                      </m:sub>
                    </m:sSub>
                  </m:oMath>
                </a14:m>
                <a:r>
                  <a:rPr lang="en-IN" b="1" dirty="0"/>
                  <a:t>then</a:t>
                </a:r>
                <a:br>
                  <a:rPr lang="en-IN" dirty="0"/>
                </a:br>
                <a:r>
                  <a:rPr lang="en-IN" dirty="0"/>
                  <a:t>9:   Send Telegram alert message</a:t>
                </a:r>
                <a:br>
                  <a:rPr lang="en-IN" dirty="0"/>
                </a:br>
                <a:r>
                  <a:rPr lang="en-IN" dirty="0"/>
                  <a:t>10:   </a:t>
                </a:r>
                <a:r>
                  <a:rPr lang="en-IN" b="1" dirty="0"/>
                  <a:t>else</a:t>
                </a:r>
                <a:br>
                  <a:rPr lang="en-IN" dirty="0"/>
                </a:br>
                <a:r>
                  <a:rPr lang="en-IN" dirty="0"/>
                  <a:t>11:    Continue monitoring</a:t>
                </a:r>
                <a:br>
                  <a:rPr lang="en-IN" dirty="0"/>
                </a:br>
                <a:r>
                  <a:rPr lang="en-IN" dirty="0"/>
                  <a:t>12: </a:t>
                </a:r>
                <a:r>
                  <a:rPr lang="en-IN" b="1" dirty="0"/>
                  <a:t>end while</a:t>
                </a:r>
                <a:endParaRPr lang="en-IN" dirty="0"/>
              </a:p>
            </p:txBody>
          </p:sp>
        </mc:Choice>
        <mc:Fallback xmlns="">
          <p:sp>
            <p:nvSpPr>
              <p:cNvPr id="3" name="Rectangle: Rounded Corners 2">
                <a:extLst>
                  <a:ext uri="{FF2B5EF4-FFF2-40B4-BE49-F238E27FC236}">
                    <a16:creationId xmlns:a16="http://schemas.microsoft.com/office/drawing/2014/main" id="{7E004CCA-8562-0046-576C-AD2F059F742C}"/>
                  </a:ext>
                </a:extLst>
              </p:cNvPr>
              <p:cNvSpPr>
                <a:spLocks noRot="1" noChangeAspect="1" noMove="1" noResize="1" noEditPoints="1" noAdjustHandles="1" noChangeArrowheads="1" noChangeShapeType="1" noTextEdit="1"/>
              </p:cNvSpPr>
              <p:nvPr/>
            </p:nvSpPr>
            <p:spPr>
              <a:xfrm>
                <a:off x="545910" y="1921078"/>
                <a:ext cx="11554199" cy="7141035"/>
              </a:xfrm>
              <a:prstGeom prst="roundRect">
                <a:avLst/>
              </a:prstGeom>
              <a:blipFill>
                <a:blip r:embed="rId4"/>
                <a:stretch>
                  <a:fillRect/>
                </a:stretch>
              </a:blipFill>
            </p:spPr>
            <p:txBody>
              <a:bodyPr/>
              <a:lstStyle/>
              <a:p>
                <a:r>
                  <a:rPr lang="en-IN">
                    <a:noFill/>
                  </a:rPr>
                  <a:t> </a:t>
                </a:r>
              </a:p>
            </p:txBody>
          </p:sp>
        </mc:Fallback>
      </mc:AlternateContent>
      <p:cxnSp>
        <p:nvCxnSpPr>
          <p:cNvPr id="5" name="Straight Connector 4">
            <a:extLst>
              <a:ext uri="{FF2B5EF4-FFF2-40B4-BE49-F238E27FC236}">
                <a16:creationId xmlns:a16="http://schemas.microsoft.com/office/drawing/2014/main" id="{C37EBCA9-530C-32B7-7499-CF22DB8D3AAD}"/>
              </a:ext>
            </a:extLst>
          </p:cNvPr>
          <p:cNvCxnSpPr/>
          <p:nvPr/>
        </p:nvCxnSpPr>
        <p:spPr>
          <a:xfrm>
            <a:off x="15108072" y="5008728"/>
            <a:ext cx="914400" cy="91440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428734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34859F8F-5C9A-116E-8207-FF7170447F79}"/>
            </a:ext>
          </a:extLst>
        </p:cNvPr>
        <p:cNvGrpSpPr/>
        <p:nvPr/>
      </p:nvGrpSpPr>
      <p:grpSpPr>
        <a:xfrm>
          <a:off x="0" y="0"/>
          <a:ext cx="0" cy="0"/>
          <a:chOff x="0" y="0"/>
          <a:chExt cx="0" cy="0"/>
        </a:xfrm>
      </p:grpSpPr>
      <p:sp>
        <p:nvSpPr>
          <p:cNvPr id="85" name="Google Shape;85;p1">
            <a:extLst>
              <a:ext uri="{FF2B5EF4-FFF2-40B4-BE49-F238E27FC236}">
                <a16:creationId xmlns:a16="http://schemas.microsoft.com/office/drawing/2014/main" id="{27FCBD6D-9ECF-88C2-A9B6-24E8CBECA3AC}"/>
              </a:ext>
            </a:extLst>
          </p:cNvPr>
          <p:cNvSpPr/>
          <p:nvPr/>
        </p:nvSpPr>
        <p:spPr>
          <a:xfrm>
            <a:off x="-11341" y="-105278"/>
            <a:ext cx="12801600" cy="1559171"/>
          </a:xfrm>
          <a:custGeom>
            <a:avLst/>
            <a:gdLst/>
            <a:ahLst/>
            <a:cxnLst/>
            <a:rect l="l" t="t" r="r" b="b"/>
            <a:pathLst>
              <a:path w="20104100" h="2233930" extrusionOk="0">
                <a:moveTo>
                  <a:pt x="0" y="2233788"/>
                </a:moveTo>
                <a:lnTo>
                  <a:pt x="20104099" y="2233788"/>
                </a:lnTo>
                <a:lnTo>
                  <a:pt x="20104099" y="0"/>
                </a:lnTo>
                <a:lnTo>
                  <a:pt x="0" y="0"/>
                </a:lnTo>
                <a:lnTo>
                  <a:pt x="0" y="2233788"/>
                </a:lnTo>
                <a:close/>
              </a:path>
            </a:pathLst>
          </a:custGeom>
          <a:solidFill>
            <a:schemeClr val="accent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407" dirty="0">
              <a:solidFill>
                <a:schemeClr val="dk1"/>
              </a:solidFill>
              <a:latin typeface="Calibri"/>
              <a:ea typeface="Calibri"/>
              <a:cs typeface="Calibri"/>
              <a:sym typeface="Calibri"/>
            </a:endParaRPr>
          </a:p>
        </p:txBody>
      </p:sp>
      <p:sp>
        <p:nvSpPr>
          <p:cNvPr id="86" name="Google Shape;86;p1">
            <a:extLst>
              <a:ext uri="{FF2B5EF4-FFF2-40B4-BE49-F238E27FC236}">
                <a16:creationId xmlns:a16="http://schemas.microsoft.com/office/drawing/2014/main" id="{1D37807D-2D81-0FE6-5475-24E63468632B}"/>
              </a:ext>
            </a:extLst>
          </p:cNvPr>
          <p:cNvSpPr txBox="1"/>
          <p:nvPr/>
        </p:nvSpPr>
        <p:spPr>
          <a:xfrm>
            <a:off x="2913343" y="602988"/>
            <a:ext cx="9186767" cy="559804"/>
          </a:xfrm>
          <a:prstGeom prst="rect">
            <a:avLst/>
          </a:prstGeom>
          <a:noFill/>
          <a:ln>
            <a:noFill/>
          </a:ln>
        </p:spPr>
        <p:txBody>
          <a:bodyPr spcFirstLastPara="1" wrap="square" lIns="0" tIns="5750" rIns="0" bIns="0" anchor="b" anchorCtr="0">
            <a:spAutoFit/>
          </a:bodyPr>
          <a:lstStyle/>
          <a:p>
            <a:pPr algn="ctr"/>
            <a:r>
              <a:rPr lang="en-US" sz="3600" dirty="0">
                <a:solidFill>
                  <a:schemeClr val="bg1"/>
                </a:solidFill>
              </a:rPr>
              <a:t>SYSTEM ARCHITECTURE</a:t>
            </a:r>
          </a:p>
        </p:txBody>
      </p:sp>
      <p:pic>
        <p:nvPicPr>
          <p:cNvPr id="4" name="Picture 3">
            <a:extLst>
              <a:ext uri="{FF2B5EF4-FFF2-40B4-BE49-F238E27FC236}">
                <a16:creationId xmlns:a16="http://schemas.microsoft.com/office/drawing/2014/main" id="{680A88E1-688B-A958-0CAE-732C00A7AD5A}"/>
              </a:ext>
            </a:extLst>
          </p:cNvPr>
          <p:cNvPicPr>
            <a:picLocks noChangeAspect="1"/>
          </p:cNvPicPr>
          <p:nvPr/>
        </p:nvPicPr>
        <p:blipFill>
          <a:blip r:embed="rId3"/>
          <a:stretch>
            <a:fillRect/>
          </a:stretch>
        </p:blipFill>
        <p:spPr>
          <a:xfrm>
            <a:off x="15693" y="-127677"/>
            <a:ext cx="3301988" cy="1559171"/>
          </a:xfrm>
          <a:prstGeom prst="rect">
            <a:avLst/>
          </a:prstGeom>
        </p:spPr>
      </p:pic>
      <p:sp>
        <p:nvSpPr>
          <p:cNvPr id="3" name="Rectangle: Rounded Corners 2">
            <a:extLst>
              <a:ext uri="{FF2B5EF4-FFF2-40B4-BE49-F238E27FC236}">
                <a16:creationId xmlns:a16="http://schemas.microsoft.com/office/drawing/2014/main" id="{59453B01-944D-95A8-4365-54B2ADC163CF}"/>
              </a:ext>
            </a:extLst>
          </p:cNvPr>
          <p:cNvSpPr/>
          <p:nvPr/>
        </p:nvSpPr>
        <p:spPr>
          <a:xfrm>
            <a:off x="324279" y="1607180"/>
            <a:ext cx="12313548" cy="7391031"/>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endParaRPr lang="en-US" sz="2400" dirty="0"/>
          </a:p>
        </p:txBody>
      </p:sp>
      <p:pic>
        <p:nvPicPr>
          <p:cNvPr id="5" name="Picture 4">
            <a:extLst>
              <a:ext uri="{FF2B5EF4-FFF2-40B4-BE49-F238E27FC236}">
                <a16:creationId xmlns:a16="http://schemas.microsoft.com/office/drawing/2014/main" id="{8489155A-3C97-A698-86C3-C4A4F0394D64}"/>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064312" y="2456091"/>
            <a:ext cx="8343476" cy="5309485"/>
          </a:xfrm>
          <a:prstGeom prst="rect">
            <a:avLst/>
          </a:prstGeom>
          <a:noFill/>
          <a:ln>
            <a:noFill/>
          </a:ln>
        </p:spPr>
      </p:pic>
    </p:spTree>
    <p:extLst>
      <p:ext uri="{BB962C8B-B14F-4D97-AF65-F5344CB8AC3E}">
        <p14:creationId xmlns:p14="http://schemas.microsoft.com/office/powerpoint/2010/main" val="3476599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22EBA992-9007-8B65-89F9-0148E77811A8}"/>
            </a:ext>
          </a:extLst>
        </p:cNvPr>
        <p:cNvGrpSpPr/>
        <p:nvPr/>
      </p:nvGrpSpPr>
      <p:grpSpPr>
        <a:xfrm>
          <a:off x="0" y="0"/>
          <a:ext cx="0" cy="0"/>
          <a:chOff x="0" y="0"/>
          <a:chExt cx="0" cy="0"/>
        </a:xfrm>
      </p:grpSpPr>
      <p:sp>
        <p:nvSpPr>
          <p:cNvPr id="85" name="Google Shape;85;p1">
            <a:extLst>
              <a:ext uri="{FF2B5EF4-FFF2-40B4-BE49-F238E27FC236}">
                <a16:creationId xmlns:a16="http://schemas.microsoft.com/office/drawing/2014/main" id="{CEEEA324-284E-4AFB-AFF4-D6596F073E42}"/>
              </a:ext>
            </a:extLst>
          </p:cNvPr>
          <p:cNvSpPr/>
          <p:nvPr/>
        </p:nvSpPr>
        <p:spPr>
          <a:xfrm>
            <a:off x="-11341" y="-105278"/>
            <a:ext cx="12801600" cy="1559171"/>
          </a:xfrm>
          <a:custGeom>
            <a:avLst/>
            <a:gdLst/>
            <a:ahLst/>
            <a:cxnLst/>
            <a:rect l="l" t="t" r="r" b="b"/>
            <a:pathLst>
              <a:path w="20104100" h="2233930" extrusionOk="0">
                <a:moveTo>
                  <a:pt x="0" y="2233788"/>
                </a:moveTo>
                <a:lnTo>
                  <a:pt x="20104099" y="2233788"/>
                </a:lnTo>
                <a:lnTo>
                  <a:pt x="20104099" y="0"/>
                </a:lnTo>
                <a:lnTo>
                  <a:pt x="0" y="0"/>
                </a:lnTo>
                <a:lnTo>
                  <a:pt x="0" y="2233788"/>
                </a:lnTo>
                <a:close/>
              </a:path>
            </a:pathLst>
          </a:custGeom>
          <a:solidFill>
            <a:schemeClr val="accent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407" dirty="0">
              <a:solidFill>
                <a:schemeClr val="dk1"/>
              </a:solidFill>
              <a:latin typeface="Calibri"/>
              <a:ea typeface="Calibri"/>
              <a:cs typeface="Calibri"/>
              <a:sym typeface="Calibri"/>
            </a:endParaRPr>
          </a:p>
        </p:txBody>
      </p:sp>
      <p:sp>
        <p:nvSpPr>
          <p:cNvPr id="86" name="Google Shape;86;p1">
            <a:extLst>
              <a:ext uri="{FF2B5EF4-FFF2-40B4-BE49-F238E27FC236}">
                <a16:creationId xmlns:a16="http://schemas.microsoft.com/office/drawing/2014/main" id="{2895BB62-0656-0C1D-9E11-33DA715647E2}"/>
              </a:ext>
            </a:extLst>
          </p:cNvPr>
          <p:cNvSpPr txBox="1"/>
          <p:nvPr/>
        </p:nvSpPr>
        <p:spPr>
          <a:xfrm>
            <a:off x="2913343" y="602988"/>
            <a:ext cx="9186767" cy="559804"/>
          </a:xfrm>
          <a:prstGeom prst="rect">
            <a:avLst/>
          </a:prstGeom>
          <a:noFill/>
          <a:ln>
            <a:noFill/>
          </a:ln>
        </p:spPr>
        <p:txBody>
          <a:bodyPr spcFirstLastPara="1" wrap="square" lIns="0" tIns="5750" rIns="0" bIns="0" anchor="b" anchorCtr="0">
            <a:spAutoFit/>
          </a:bodyPr>
          <a:lstStyle/>
          <a:p>
            <a:pPr algn="ctr"/>
            <a:r>
              <a:rPr lang="en-US" sz="3600" dirty="0">
                <a:solidFill>
                  <a:schemeClr val="bg1"/>
                </a:solidFill>
              </a:rPr>
              <a:t>METHODOLOGY</a:t>
            </a:r>
          </a:p>
        </p:txBody>
      </p:sp>
      <p:pic>
        <p:nvPicPr>
          <p:cNvPr id="4" name="Picture 3">
            <a:extLst>
              <a:ext uri="{FF2B5EF4-FFF2-40B4-BE49-F238E27FC236}">
                <a16:creationId xmlns:a16="http://schemas.microsoft.com/office/drawing/2014/main" id="{B8794817-3041-48D7-8D82-B66C76DB9E1A}"/>
              </a:ext>
            </a:extLst>
          </p:cNvPr>
          <p:cNvPicPr>
            <a:picLocks noChangeAspect="1"/>
          </p:cNvPicPr>
          <p:nvPr/>
        </p:nvPicPr>
        <p:blipFill>
          <a:blip r:embed="rId3"/>
          <a:stretch>
            <a:fillRect/>
          </a:stretch>
        </p:blipFill>
        <p:spPr>
          <a:xfrm>
            <a:off x="15693" y="-127677"/>
            <a:ext cx="3301988" cy="1559171"/>
          </a:xfrm>
          <a:prstGeom prst="rect">
            <a:avLst/>
          </a:prstGeom>
        </p:spPr>
      </p:pic>
      <p:sp>
        <p:nvSpPr>
          <p:cNvPr id="3" name="Rectangle: Rounded Corners 2">
            <a:extLst>
              <a:ext uri="{FF2B5EF4-FFF2-40B4-BE49-F238E27FC236}">
                <a16:creationId xmlns:a16="http://schemas.microsoft.com/office/drawing/2014/main" id="{5BEAFF08-FAFF-0F81-7B68-0DF1B6F60689}"/>
              </a:ext>
            </a:extLst>
          </p:cNvPr>
          <p:cNvSpPr/>
          <p:nvPr/>
        </p:nvSpPr>
        <p:spPr>
          <a:xfrm>
            <a:off x="351573" y="1702472"/>
            <a:ext cx="12067889" cy="7295740"/>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just"/>
            <a:r>
              <a:rPr lang="en-US" sz="1800" b="1" dirty="0"/>
              <a:t>1. Sensing and Data Acquisition Layer</a:t>
            </a:r>
          </a:p>
          <a:p>
            <a:pPr algn="just"/>
            <a:r>
              <a:rPr lang="en-US" sz="1800" dirty="0"/>
              <a:t>This layer is responsible for capturing real-time hand activity using wearable sensors integrated into the smart glove. A Force Sensitive Resistor (FSR) measures grip force, while IMU sensors track wrist posture and thumb movements such as scrolling and typing. These sensors continuously collect physiological and motion data without restricting natural smartphone usage. The data is directly transmitted to the embedded processing unit, ensuring accurate, on-body monitoring without relying on external devices.</a:t>
            </a:r>
          </a:p>
          <a:p>
            <a:pPr algn="just"/>
            <a:endParaRPr lang="en-US" sz="1800" dirty="0"/>
          </a:p>
          <a:p>
            <a:pPr algn="just"/>
            <a:r>
              <a:rPr lang="en-US" sz="1800" b="1" dirty="0"/>
              <a:t>2. Signal Processing and Fatigue Estimation Layer</a:t>
            </a:r>
          </a:p>
          <a:p>
            <a:pPr algn="just"/>
            <a:r>
              <a:rPr lang="en-US" sz="1800" dirty="0"/>
              <a:t>In this layer, raw sensor data is cleaned and transformed into meaningful insights. Noise is reduced using low-pass filtering to ensure stable readings, followed by feature extraction such as average grip force, repetition rate, usage duration, and motion variability. These features are combined using a lightweight rule-based model to compute a fatigue score. If the score exceeds a predefined threshold, the system identifies the onset of hand fatigue, enabling fast and efficient real-time analysis without complex machine learning models.</a:t>
            </a:r>
            <a:br>
              <a:rPr lang="en-US" sz="1800" dirty="0"/>
            </a:br>
            <a:endParaRPr lang="en-US" sz="1800" dirty="0"/>
          </a:p>
          <a:p>
            <a:pPr algn="just"/>
            <a:r>
              <a:rPr lang="en-US" sz="1800" b="1" dirty="0"/>
              <a:t>3. Feedback and Communication Layer</a:t>
            </a:r>
          </a:p>
          <a:p>
            <a:pPr algn="just"/>
            <a:r>
              <a:rPr lang="en-US" sz="1800" dirty="0"/>
              <a:t>This layer delivers real-time feedback to the user based on the detected fatigue level. When the fatigue score crosses the threshold, the system sends an instant alert via Telegram using the ESP32’s built-in </a:t>
            </a:r>
            <a:r>
              <a:rPr lang="en-US" sz="1800" dirty="0" err="1"/>
              <a:t>WiFi</a:t>
            </a:r>
            <a:r>
              <a:rPr lang="en-US" sz="1800" dirty="0"/>
              <a:t> capability. The notification prompts the user to take corrective actions such as relaxing grip, adjusting posture, or taking breaks. This ensures timely intervention, improves user awareness, and promotes healthier smartphone usage habits without requiring additional hardware.</a:t>
            </a:r>
          </a:p>
          <a:p>
            <a:pPr algn="just"/>
            <a:endParaRPr lang="en-US" sz="1800" dirty="0"/>
          </a:p>
        </p:txBody>
      </p:sp>
    </p:spTree>
    <p:extLst>
      <p:ext uri="{BB962C8B-B14F-4D97-AF65-F5344CB8AC3E}">
        <p14:creationId xmlns:p14="http://schemas.microsoft.com/office/powerpoint/2010/main" val="24354581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9312D951-581C-43E6-406F-26A532952569}"/>
            </a:ext>
          </a:extLst>
        </p:cNvPr>
        <p:cNvGrpSpPr/>
        <p:nvPr/>
      </p:nvGrpSpPr>
      <p:grpSpPr>
        <a:xfrm>
          <a:off x="0" y="0"/>
          <a:ext cx="0" cy="0"/>
          <a:chOff x="0" y="0"/>
          <a:chExt cx="0" cy="0"/>
        </a:xfrm>
      </p:grpSpPr>
      <p:sp>
        <p:nvSpPr>
          <p:cNvPr id="85" name="Google Shape;85;p1">
            <a:extLst>
              <a:ext uri="{FF2B5EF4-FFF2-40B4-BE49-F238E27FC236}">
                <a16:creationId xmlns:a16="http://schemas.microsoft.com/office/drawing/2014/main" id="{2EDCEBAB-1343-3CE9-3686-BA82F0AE38F0}"/>
              </a:ext>
            </a:extLst>
          </p:cNvPr>
          <p:cNvSpPr/>
          <p:nvPr/>
        </p:nvSpPr>
        <p:spPr>
          <a:xfrm>
            <a:off x="-11341" y="-105278"/>
            <a:ext cx="12801600" cy="1559171"/>
          </a:xfrm>
          <a:custGeom>
            <a:avLst/>
            <a:gdLst/>
            <a:ahLst/>
            <a:cxnLst/>
            <a:rect l="l" t="t" r="r" b="b"/>
            <a:pathLst>
              <a:path w="20104100" h="2233930" extrusionOk="0">
                <a:moveTo>
                  <a:pt x="0" y="2233788"/>
                </a:moveTo>
                <a:lnTo>
                  <a:pt x="20104099" y="2233788"/>
                </a:lnTo>
                <a:lnTo>
                  <a:pt x="20104099" y="0"/>
                </a:lnTo>
                <a:lnTo>
                  <a:pt x="0" y="0"/>
                </a:lnTo>
                <a:lnTo>
                  <a:pt x="0" y="2233788"/>
                </a:lnTo>
                <a:close/>
              </a:path>
            </a:pathLst>
          </a:custGeom>
          <a:solidFill>
            <a:schemeClr val="accent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407" dirty="0">
              <a:solidFill>
                <a:schemeClr val="dk1"/>
              </a:solidFill>
              <a:latin typeface="Calibri"/>
              <a:ea typeface="Calibri"/>
              <a:cs typeface="Calibri"/>
              <a:sym typeface="Calibri"/>
            </a:endParaRPr>
          </a:p>
        </p:txBody>
      </p:sp>
      <p:sp>
        <p:nvSpPr>
          <p:cNvPr id="86" name="Google Shape;86;p1">
            <a:extLst>
              <a:ext uri="{FF2B5EF4-FFF2-40B4-BE49-F238E27FC236}">
                <a16:creationId xmlns:a16="http://schemas.microsoft.com/office/drawing/2014/main" id="{154B6D20-A914-0A0B-6A89-79D0C8C15B1D}"/>
              </a:ext>
            </a:extLst>
          </p:cNvPr>
          <p:cNvSpPr txBox="1"/>
          <p:nvPr/>
        </p:nvSpPr>
        <p:spPr>
          <a:xfrm>
            <a:off x="2913343" y="602988"/>
            <a:ext cx="9186767" cy="559804"/>
          </a:xfrm>
          <a:prstGeom prst="rect">
            <a:avLst/>
          </a:prstGeom>
          <a:noFill/>
          <a:ln>
            <a:noFill/>
          </a:ln>
        </p:spPr>
        <p:txBody>
          <a:bodyPr spcFirstLastPara="1" wrap="square" lIns="0" tIns="5750" rIns="0" bIns="0" anchor="b" anchorCtr="0">
            <a:spAutoFit/>
          </a:bodyPr>
          <a:lstStyle/>
          <a:p>
            <a:pPr algn="ctr"/>
            <a:r>
              <a:rPr lang="en-US" sz="3600" dirty="0">
                <a:solidFill>
                  <a:schemeClr val="bg1"/>
                </a:solidFill>
              </a:rPr>
              <a:t>EXPERIMENTAL RESULT</a:t>
            </a:r>
          </a:p>
        </p:txBody>
      </p:sp>
      <p:pic>
        <p:nvPicPr>
          <p:cNvPr id="4" name="Picture 3">
            <a:extLst>
              <a:ext uri="{FF2B5EF4-FFF2-40B4-BE49-F238E27FC236}">
                <a16:creationId xmlns:a16="http://schemas.microsoft.com/office/drawing/2014/main" id="{4E7BE60E-7126-CE4E-2898-7CD6E80D72A6}"/>
              </a:ext>
            </a:extLst>
          </p:cNvPr>
          <p:cNvPicPr>
            <a:picLocks noChangeAspect="1"/>
          </p:cNvPicPr>
          <p:nvPr/>
        </p:nvPicPr>
        <p:blipFill>
          <a:blip r:embed="rId3"/>
          <a:stretch>
            <a:fillRect/>
          </a:stretch>
        </p:blipFill>
        <p:spPr>
          <a:xfrm>
            <a:off x="15693" y="-127677"/>
            <a:ext cx="3301988" cy="1559171"/>
          </a:xfrm>
          <a:prstGeom prst="rect">
            <a:avLst/>
          </a:prstGeom>
        </p:spPr>
      </p:pic>
      <p:sp>
        <p:nvSpPr>
          <p:cNvPr id="3" name="Rectangle: Rounded Corners 2">
            <a:extLst>
              <a:ext uri="{FF2B5EF4-FFF2-40B4-BE49-F238E27FC236}">
                <a16:creationId xmlns:a16="http://schemas.microsoft.com/office/drawing/2014/main" id="{2CA5FF22-6B80-274E-9426-618C568B8230}"/>
              </a:ext>
            </a:extLst>
          </p:cNvPr>
          <p:cNvSpPr/>
          <p:nvPr/>
        </p:nvSpPr>
        <p:spPr>
          <a:xfrm>
            <a:off x="107548" y="1871058"/>
            <a:ext cx="12586503" cy="7600488"/>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r>
              <a:rPr lang="en-US" sz="2000" dirty="0">
                <a:cs typeface="Times New Roman" panose="02020603050405020304" pitchFamily="18" charset="0"/>
              </a:rPr>
              <a:t>         The prototype shown in figure was put through the various conditions of smartphone use, such as normal grip, sustained static holding, repetitive thumb scroll, and sustained non-neutral posture of the wrist. The palm-held FSR sensor had more grip force on prolonged holding, which was a sign of static muscular loading. The wrist MPU6500 detected well the posture measurements on moving off the neutral position, whereas the thumb-mounted MPU6500 recorded the repetitive motion pattern of scrolling. The calculated fatigue score rose steadily as high grip force, relative to persistence of the wrist deviation, and greater repetition of the thumb occurred jointly with the continuous time of use. In the usual usage, the fatigue score had not exceeded the predetermined value and the system state was kept as normal . Under the conditions of combined stress, the fatigue score was over the threshold and a Telegram alert notification was sent successfully. The system was found to be reliable with a USB power supply, as it responded to the alert in less than one second and no false alarms during relaxed conditions.</a:t>
            </a:r>
          </a:p>
          <a:p>
            <a:endParaRPr lang="en-US" sz="2000" dirty="0">
              <a:cs typeface="Times New Roman" panose="02020603050405020304" pitchFamily="18" charset="0"/>
            </a:endParaRPr>
          </a:p>
          <a:p>
            <a:endParaRPr lang="en-US" sz="2000" dirty="0">
              <a:cs typeface="Times New Roman" panose="02020603050405020304" pitchFamily="18" charset="0"/>
            </a:endParaRPr>
          </a:p>
          <a:p>
            <a:endParaRPr lang="en-US" sz="2000" dirty="0">
              <a:cs typeface="Times New Roman" panose="02020603050405020304" pitchFamily="18" charset="0"/>
            </a:endParaRPr>
          </a:p>
          <a:p>
            <a:endParaRPr lang="en-US" sz="2000" dirty="0">
              <a:cs typeface="Times New Roman" panose="02020603050405020304" pitchFamily="18" charset="0"/>
            </a:endParaRPr>
          </a:p>
          <a:p>
            <a:endParaRPr lang="en-US" sz="2000" dirty="0">
              <a:cs typeface="Times New Roman" panose="02020603050405020304" pitchFamily="18" charset="0"/>
            </a:endParaRPr>
          </a:p>
          <a:p>
            <a:endParaRPr lang="en-US" sz="2000" dirty="0">
              <a:cs typeface="Times New Roman" panose="02020603050405020304" pitchFamily="18" charset="0"/>
            </a:endParaRPr>
          </a:p>
          <a:p>
            <a:endParaRPr lang="en-US" sz="2000" dirty="0">
              <a:cs typeface="Times New Roman" panose="02020603050405020304" pitchFamily="18" charset="0"/>
            </a:endParaRPr>
          </a:p>
          <a:p>
            <a:endParaRPr lang="en-US" sz="2000" dirty="0">
              <a:cs typeface="Times New Roman" panose="02020603050405020304" pitchFamily="18" charset="0"/>
            </a:endParaRPr>
          </a:p>
          <a:p>
            <a:endParaRPr lang="en-US" sz="2000" dirty="0">
              <a:cs typeface="Times New Roman" panose="02020603050405020304" pitchFamily="18" charset="0"/>
            </a:endParaRPr>
          </a:p>
          <a:p>
            <a:endParaRPr lang="en-US" sz="2000" dirty="0">
              <a:cs typeface="Times New Roman" panose="02020603050405020304" pitchFamily="18" charset="0"/>
            </a:endParaRPr>
          </a:p>
        </p:txBody>
      </p:sp>
      <p:pic>
        <p:nvPicPr>
          <p:cNvPr id="2" name="Picture 1">
            <a:extLst>
              <a:ext uri="{FF2B5EF4-FFF2-40B4-BE49-F238E27FC236}">
                <a16:creationId xmlns:a16="http://schemas.microsoft.com/office/drawing/2014/main" id="{EFB58BAD-03C9-86A9-BA53-851AC74E6832}"/>
              </a:ext>
            </a:extLst>
          </p:cNvPr>
          <p:cNvPicPr>
            <a:picLocks noChangeAspect="1"/>
          </p:cNvPicPr>
          <p:nvPr/>
        </p:nvPicPr>
        <p:blipFill>
          <a:blip r:embed="rId4"/>
          <a:stretch>
            <a:fillRect/>
          </a:stretch>
        </p:blipFill>
        <p:spPr>
          <a:xfrm>
            <a:off x="4249475" y="5781439"/>
            <a:ext cx="4033785" cy="3464919"/>
          </a:xfrm>
          <a:prstGeom prst="rect">
            <a:avLst/>
          </a:prstGeom>
        </p:spPr>
      </p:pic>
    </p:spTree>
    <p:extLst>
      <p:ext uri="{BB962C8B-B14F-4D97-AF65-F5344CB8AC3E}">
        <p14:creationId xmlns:p14="http://schemas.microsoft.com/office/powerpoint/2010/main" val="19734059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04AF6598-3ED3-62D1-1B67-FC3F16C1FD77}"/>
            </a:ext>
          </a:extLst>
        </p:cNvPr>
        <p:cNvGrpSpPr/>
        <p:nvPr/>
      </p:nvGrpSpPr>
      <p:grpSpPr>
        <a:xfrm>
          <a:off x="0" y="0"/>
          <a:ext cx="0" cy="0"/>
          <a:chOff x="0" y="0"/>
          <a:chExt cx="0" cy="0"/>
        </a:xfrm>
      </p:grpSpPr>
      <p:sp>
        <p:nvSpPr>
          <p:cNvPr id="85" name="Google Shape;85;p1">
            <a:extLst>
              <a:ext uri="{FF2B5EF4-FFF2-40B4-BE49-F238E27FC236}">
                <a16:creationId xmlns:a16="http://schemas.microsoft.com/office/drawing/2014/main" id="{32D64936-E846-E564-FE4A-7C26F0A400D8}"/>
              </a:ext>
            </a:extLst>
          </p:cNvPr>
          <p:cNvSpPr/>
          <p:nvPr/>
        </p:nvSpPr>
        <p:spPr>
          <a:xfrm>
            <a:off x="-11341" y="-105278"/>
            <a:ext cx="12801600" cy="1559171"/>
          </a:xfrm>
          <a:custGeom>
            <a:avLst/>
            <a:gdLst/>
            <a:ahLst/>
            <a:cxnLst/>
            <a:rect l="l" t="t" r="r" b="b"/>
            <a:pathLst>
              <a:path w="20104100" h="2233930" extrusionOk="0">
                <a:moveTo>
                  <a:pt x="0" y="2233788"/>
                </a:moveTo>
                <a:lnTo>
                  <a:pt x="20104099" y="2233788"/>
                </a:lnTo>
                <a:lnTo>
                  <a:pt x="20104099" y="0"/>
                </a:lnTo>
                <a:lnTo>
                  <a:pt x="0" y="0"/>
                </a:lnTo>
                <a:lnTo>
                  <a:pt x="0" y="2233788"/>
                </a:lnTo>
                <a:close/>
              </a:path>
            </a:pathLst>
          </a:custGeom>
          <a:solidFill>
            <a:schemeClr val="accent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407" dirty="0">
              <a:solidFill>
                <a:schemeClr val="dk1"/>
              </a:solidFill>
              <a:latin typeface="Calibri"/>
              <a:ea typeface="Calibri"/>
              <a:cs typeface="Calibri"/>
              <a:sym typeface="Calibri"/>
            </a:endParaRPr>
          </a:p>
        </p:txBody>
      </p:sp>
      <p:sp>
        <p:nvSpPr>
          <p:cNvPr id="86" name="Google Shape;86;p1">
            <a:extLst>
              <a:ext uri="{FF2B5EF4-FFF2-40B4-BE49-F238E27FC236}">
                <a16:creationId xmlns:a16="http://schemas.microsoft.com/office/drawing/2014/main" id="{84F0DC35-CD35-9FE3-9555-B02B1DE751AA}"/>
              </a:ext>
            </a:extLst>
          </p:cNvPr>
          <p:cNvSpPr txBox="1"/>
          <p:nvPr/>
        </p:nvSpPr>
        <p:spPr>
          <a:xfrm>
            <a:off x="2913343" y="602988"/>
            <a:ext cx="9186767" cy="559804"/>
          </a:xfrm>
          <a:prstGeom prst="rect">
            <a:avLst/>
          </a:prstGeom>
          <a:noFill/>
          <a:ln>
            <a:noFill/>
          </a:ln>
        </p:spPr>
        <p:txBody>
          <a:bodyPr spcFirstLastPara="1" wrap="square" lIns="0" tIns="5750" rIns="0" bIns="0" anchor="b" anchorCtr="0">
            <a:spAutoFit/>
          </a:bodyPr>
          <a:lstStyle/>
          <a:p>
            <a:pPr algn="ctr"/>
            <a:r>
              <a:rPr lang="en-US" sz="3600" dirty="0">
                <a:solidFill>
                  <a:schemeClr val="bg1"/>
                </a:solidFill>
              </a:rPr>
              <a:t>EXPERIMENTAL RESULT</a:t>
            </a:r>
          </a:p>
        </p:txBody>
      </p:sp>
      <p:pic>
        <p:nvPicPr>
          <p:cNvPr id="4" name="Picture 3">
            <a:extLst>
              <a:ext uri="{FF2B5EF4-FFF2-40B4-BE49-F238E27FC236}">
                <a16:creationId xmlns:a16="http://schemas.microsoft.com/office/drawing/2014/main" id="{247E3F17-5D72-DC46-41B9-9A2F301C6812}"/>
              </a:ext>
            </a:extLst>
          </p:cNvPr>
          <p:cNvPicPr>
            <a:picLocks noChangeAspect="1"/>
          </p:cNvPicPr>
          <p:nvPr/>
        </p:nvPicPr>
        <p:blipFill>
          <a:blip r:embed="rId3"/>
          <a:stretch>
            <a:fillRect/>
          </a:stretch>
        </p:blipFill>
        <p:spPr>
          <a:xfrm>
            <a:off x="15693" y="-127677"/>
            <a:ext cx="3301988" cy="1559171"/>
          </a:xfrm>
          <a:prstGeom prst="rect">
            <a:avLst/>
          </a:prstGeom>
        </p:spPr>
      </p:pic>
      <p:sp>
        <p:nvSpPr>
          <p:cNvPr id="3" name="Rectangle: Rounded Corners 2">
            <a:extLst>
              <a:ext uri="{FF2B5EF4-FFF2-40B4-BE49-F238E27FC236}">
                <a16:creationId xmlns:a16="http://schemas.microsoft.com/office/drawing/2014/main" id="{DC8118E5-2158-0BCE-ABF5-B5BCE3DB452D}"/>
              </a:ext>
            </a:extLst>
          </p:cNvPr>
          <p:cNvSpPr/>
          <p:nvPr/>
        </p:nvSpPr>
        <p:spPr>
          <a:xfrm>
            <a:off x="201449" y="1739583"/>
            <a:ext cx="12313547" cy="7568189"/>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endParaRPr lang="en-US" sz="2400" dirty="0"/>
          </a:p>
        </p:txBody>
      </p:sp>
      <p:pic>
        <p:nvPicPr>
          <p:cNvPr id="5" name="Picture 4">
            <a:extLst>
              <a:ext uri="{FF2B5EF4-FFF2-40B4-BE49-F238E27FC236}">
                <a16:creationId xmlns:a16="http://schemas.microsoft.com/office/drawing/2014/main" id="{766251BF-45D8-0B39-6BE7-342327FC603B}"/>
              </a:ext>
            </a:extLst>
          </p:cNvPr>
          <p:cNvPicPr>
            <a:picLocks noChangeAspect="1"/>
          </p:cNvPicPr>
          <p:nvPr/>
        </p:nvPicPr>
        <p:blipFill>
          <a:blip r:embed="rId4"/>
          <a:stretch>
            <a:fillRect/>
          </a:stretch>
        </p:blipFill>
        <p:spPr>
          <a:xfrm>
            <a:off x="6269376" y="2672101"/>
            <a:ext cx="5604176" cy="4121521"/>
          </a:xfrm>
          <a:prstGeom prst="rect">
            <a:avLst/>
          </a:prstGeom>
        </p:spPr>
      </p:pic>
      <p:pic>
        <p:nvPicPr>
          <p:cNvPr id="6" name="Picture 5">
            <a:extLst>
              <a:ext uri="{FF2B5EF4-FFF2-40B4-BE49-F238E27FC236}">
                <a16:creationId xmlns:a16="http://schemas.microsoft.com/office/drawing/2014/main" id="{4812D66B-10FB-7EFA-4E85-B01493EFED6C}"/>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rot="16200000">
            <a:off x="1145876" y="2078405"/>
            <a:ext cx="4179073" cy="5366467"/>
          </a:xfrm>
          <a:prstGeom prst="rect">
            <a:avLst/>
          </a:prstGeom>
          <a:noFill/>
        </p:spPr>
      </p:pic>
    </p:spTree>
    <p:extLst>
      <p:ext uri="{BB962C8B-B14F-4D97-AF65-F5344CB8AC3E}">
        <p14:creationId xmlns:p14="http://schemas.microsoft.com/office/powerpoint/2010/main" val="15499840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536CB0E7-E6A1-4405-20F7-F64C2734AD4F}"/>
            </a:ext>
          </a:extLst>
        </p:cNvPr>
        <p:cNvGrpSpPr/>
        <p:nvPr/>
      </p:nvGrpSpPr>
      <p:grpSpPr>
        <a:xfrm>
          <a:off x="0" y="0"/>
          <a:ext cx="0" cy="0"/>
          <a:chOff x="0" y="0"/>
          <a:chExt cx="0" cy="0"/>
        </a:xfrm>
      </p:grpSpPr>
      <p:sp>
        <p:nvSpPr>
          <p:cNvPr id="85" name="Google Shape;85;p1">
            <a:extLst>
              <a:ext uri="{FF2B5EF4-FFF2-40B4-BE49-F238E27FC236}">
                <a16:creationId xmlns:a16="http://schemas.microsoft.com/office/drawing/2014/main" id="{8B942132-3282-B141-3EE0-3A8AF854B520}"/>
              </a:ext>
            </a:extLst>
          </p:cNvPr>
          <p:cNvSpPr/>
          <p:nvPr/>
        </p:nvSpPr>
        <p:spPr>
          <a:xfrm>
            <a:off x="-11341" y="-105278"/>
            <a:ext cx="12801600" cy="1559171"/>
          </a:xfrm>
          <a:custGeom>
            <a:avLst/>
            <a:gdLst/>
            <a:ahLst/>
            <a:cxnLst/>
            <a:rect l="l" t="t" r="r" b="b"/>
            <a:pathLst>
              <a:path w="20104100" h="2233930" extrusionOk="0">
                <a:moveTo>
                  <a:pt x="0" y="2233788"/>
                </a:moveTo>
                <a:lnTo>
                  <a:pt x="20104099" y="2233788"/>
                </a:lnTo>
                <a:lnTo>
                  <a:pt x="20104099" y="0"/>
                </a:lnTo>
                <a:lnTo>
                  <a:pt x="0" y="0"/>
                </a:lnTo>
                <a:lnTo>
                  <a:pt x="0" y="2233788"/>
                </a:lnTo>
                <a:close/>
              </a:path>
            </a:pathLst>
          </a:custGeom>
          <a:solidFill>
            <a:schemeClr val="accent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407" dirty="0">
              <a:solidFill>
                <a:schemeClr val="dk1"/>
              </a:solidFill>
              <a:latin typeface="Calibri"/>
              <a:ea typeface="Calibri"/>
              <a:cs typeface="Calibri"/>
              <a:sym typeface="Calibri"/>
            </a:endParaRPr>
          </a:p>
        </p:txBody>
      </p:sp>
      <p:sp>
        <p:nvSpPr>
          <p:cNvPr id="86" name="Google Shape;86;p1">
            <a:extLst>
              <a:ext uri="{FF2B5EF4-FFF2-40B4-BE49-F238E27FC236}">
                <a16:creationId xmlns:a16="http://schemas.microsoft.com/office/drawing/2014/main" id="{7927540C-E786-0E48-777D-053F248C0BAE}"/>
              </a:ext>
            </a:extLst>
          </p:cNvPr>
          <p:cNvSpPr txBox="1"/>
          <p:nvPr/>
        </p:nvSpPr>
        <p:spPr>
          <a:xfrm>
            <a:off x="2913343" y="602988"/>
            <a:ext cx="9186767" cy="559804"/>
          </a:xfrm>
          <a:prstGeom prst="rect">
            <a:avLst/>
          </a:prstGeom>
          <a:noFill/>
          <a:ln>
            <a:noFill/>
          </a:ln>
        </p:spPr>
        <p:txBody>
          <a:bodyPr spcFirstLastPara="1" wrap="square" lIns="0" tIns="5750" rIns="0" bIns="0" anchor="b" anchorCtr="0">
            <a:spAutoFit/>
          </a:bodyPr>
          <a:lstStyle/>
          <a:p>
            <a:pPr algn="ctr"/>
            <a:r>
              <a:rPr lang="en-US" sz="3600" dirty="0">
                <a:solidFill>
                  <a:schemeClr val="bg1"/>
                </a:solidFill>
              </a:rPr>
              <a:t>GRAPHICAL ANALYSIS</a:t>
            </a:r>
          </a:p>
        </p:txBody>
      </p:sp>
      <p:pic>
        <p:nvPicPr>
          <p:cNvPr id="4" name="Picture 3">
            <a:extLst>
              <a:ext uri="{FF2B5EF4-FFF2-40B4-BE49-F238E27FC236}">
                <a16:creationId xmlns:a16="http://schemas.microsoft.com/office/drawing/2014/main" id="{C2C20979-6DDC-6386-10E6-BBAD18A7630B}"/>
              </a:ext>
            </a:extLst>
          </p:cNvPr>
          <p:cNvPicPr>
            <a:picLocks noChangeAspect="1"/>
          </p:cNvPicPr>
          <p:nvPr/>
        </p:nvPicPr>
        <p:blipFill>
          <a:blip r:embed="rId3"/>
          <a:stretch>
            <a:fillRect/>
          </a:stretch>
        </p:blipFill>
        <p:spPr>
          <a:xfrm>
            <a:off x="15693" y="-127677"/>
            <a:ext cx="3301988" cy="1559171"/>
          </a:xfrm>
          <a:prstGeom prst="rect">
            <a:avLst/>
          </a:prstGeom>
        </p:spPr>
      </p:pic>
      <p:sp>
        <p:nvSpPr>
          <p:cNvPr id="3" name="Rectangle: Rounded Corners 2">
            <a:extLst>
              <a:ext uri="{FF2B5EF4-FFF2-40B4-BE49-F238E27FC236}">
                <a16:creationId xmlns:a16="http://schemas.microsoft.com/office/drawing/2014/main" id="{CE66CDEF-150D-A2F3-2E90-E90267F3C501}"/>
              </a:ext>
            </a:extLst>
          </p:cNvPr>
          <p:cNvSpPr/>
          <p:nvPr/>
        </p:nvSpPr>
        <p:spPr>
          <a:xfrm>
            <a:off x="201449" y="1739583"/>
            <a:ext cx="12313547" cy="7568189"/>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endParaRPr lang="en-US" sz="2400" dirty="0"/>
          </a:p>
        </p:txBody>
      </p:sp>
      <p:pic>
        <p:nvPicPr>
          <p:cNvPr id="2" name="Picture 1">
            <a:extLst>
              <a:ext uri="{FF2B5EF4-FFF2-40B4-BE49-F238E27FC236}">
                <a16:creationId xmlns:a16="http://schemas.microsoft.com/office/drawing/2014/main" id="{844E13A2-1380-BDA4-0588-53746BD1EC09}"/>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72635" y="2266669"/>
            <a:ext cx="5586784" cy="3013832"/>
          </a:xfrm>
          <a:prstGeom prst="rect">
            <a:avLst/>
          </a:prstGeom>
          <a:noFill/>
          <a:ln>
            <a:noFill/>
          </a:ln>
        </p:spPr>
      </p:pic>
      <p:pic>
        <p:nvPicPr>
          <p:cNvPr id="7" name="Picture 6">
            <a:extLst>
              <a:ext uri="{FF2B5EF4-FFF2-40B4-BE49-F238E27FC236}">
                <a16:creationId xmlns:a16="http://schemas.microsoft.com/office/drawing/2014/main" id="{E9C86575-5281-6C60-CCF0-32E48CD43997}"/>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496360" y="2290975"/>
            <a:ext cx="5397964" cy="2965219"/>
          </a:xfrm>
          <a:prstGeom prst="rect">
            <a:avLst/>
          </a:prstGeom>
          <a:noFill/>
          <a:ln>
            <a:noFill/>
          </a:ln>
        </p:spPr>
      </p:pic>
      <p:pic>
        <p:nvPicPr>
          <p:cNvPr id="8" name="Picture 7">
            <a:extLst>
              <a:ext uri="{FF2B5EF4-FFF2-40B4-BE49-F238E27FC236}">
                <a16:creationId xmlns:a16="http://schemas.microsoft.com/office/drawing/2014/main" id="{1F9073FF-BD2A-6E94-8B47-EC6C806BBAB9}"/>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72635" y="5632529"/>
            <a:ext cx="5586784" cy="3068943"/>
          </a:xfrm>
          <a:prstGeom prst="rect">
            <a:avLst/>
          </a:prstGeom>
          <a:noFill/>
          <a:ln>
            <a:noFill/>
          </a:ln>
        </p:spPr>
      </p:pic>
      <p:pic>
        <p:nvPicPr>
          <p:cNvPr id="9" name="Picture 8">
            <a:extLst>
              <a:ext uri="{FF2B5EF4-FFF2-40B4-BE49-F238E27FC236}">
                <a16:creationId xmlns:a16="http://schemas.microsoft.com/office/drawing/2014/main" id="{86636DF5-3517-A3FC-36C7-AEBAA8C84A0F}"/>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496360" y="5632529"/>
            <a:ext cx="5397964" cy="3081549"/>
          </a:xfrm>
          <a:prstGeom prst="rect">
            <a:avLst/>
          </a:prstGeom>
          <a:noFill/>
          <a:ln>
            <a:noFill/>
          </a:ln>
        </p:spPr>
      </p:pic>
    </p:spTree>
    <p:extLst>
      <p:ext uri="{BB962C8B-B14F-4D97-AF65-F5344CB8AC3E}">
        <p14:creationId xmlns:p14="http://schemas.microsoft.com/office/powerpoint/2010/main" val="237783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64A72430-82D6-C126-3B8A-6BFBD14B0CBB}"/>
            </a:ext>
          </a:extLst>
        </p:cNvPr>
        <p:cNvGrpSpPr/>
        <p:nvPr/>
      </p:nvGrpSpPr>
      <p:grpSpPr>
        <a:xfrm>
          <a:off x="0" y="0"/>
          <a:ext cx="0" cy="0"/>
          <a:chOff x="0" y="0"/>
          <a:chExt cx="0" cy="0"/>
        </a:xfrm>
      </p:grpSpPr>
      <p:sp>
        <p:nvSpPr>
          <p:cNvPr id="85" name="Google Shape;85;p1">
            <a:extLst>
              <a:ext uri="{FF2B5EF4-FFF2-40B4-BE49-F238E27FC236}">
                <a16:creationId xmlns:a16="http://schemas.microsoft.com/office/drawing/2014/main" id="{C92662CC-C142-BB6A-57BC-DDEEA61280D6}"/>
              </a:ext>
            </a:extLst>
          </p:cNvPr>
          <p:cNvSpPr/>
          <p:nvPr/>
        </p:nvSpPr>
        <p:spPr>
          <a:xfrm>
            <a:off x="-11341" y="-105278"/>
            <a:ext cx="12801600" cy="1559171"/>
          </a:xfrm>
          <a:custGeom>
            <a:avLst/>
            <a:gdLst/>
            <a:ahLst/>
            <a:cxnLst/>
            <a:rect l="l" t="t" r="r" b="b"/>
            <a:pathLst>
              <a:path w="20104100" h="2233930" extrusionOk="0">
                <a:moveTo>
                  <a:pt x="0" y="2233788"/>
                </a:moveTo>
                <a:lnTo>
                  <a:pt x="20104099" y="2233788"/>
                </a:lnTo>
                <a:lnTo>
                  <a:pt x="20104099" y="0"/>
                </a:lnTo>
                <a:lnTo>
                  <a:pt x="0" y="0"/>
                </a:lnTo>
                <a:lnTo>
                  <a:pt x="0" y="2233788"/>
                </a:lnTo>
                <a:close/>
              </a:path>
            </a:pathLst>
          </a:custGeom>
          <a:solidFill>
            <a:schemeClr val="accent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407" dirty="0">
              <a:solidFill>
                <a:schemeClr val="dk1"/>
              </a:solidFill>
              <a:latin typeface="Calibri"/>
              <a:ea typeface="Calibri"/>
              <a:cs typeface="Calibri"/>
              <a:sym typeface="Calibri"/>
            </a:endParaRPr>
          </a:p>
        </p:txBody>
      </p:sp>
      <p:sp>
        <p:nvSpPr>
          <p:cNvPr id="86" name="Google Shape;86;p1">
            <a:extLst>
              <a:ext uri="{FF2B5EF4-FFF2-40B4-BE49-F238E27FC236}">
                <a16:creationId xmlns:a16="http://schemas.microsoft.com/office/drawing/2014/main" id="{5DF91089-6F48-5DDD-77A6-53E018EDAA18}"/>
              </a:ext>
            </a:extLst>
          </p:cNvPr>
          <p:cNvSpPr txBox="1"/>
          <p:nvPr/>
        </p:nvSpPr>
        <p:spPr>
          <a:xfrm>
            <a:off x="2913343" y="602988"/>
            <a:ext cx="9186767" cy="559804"/>
          </a:xfrm>
          <a:prstGeom prst="rect">
            <a:avLst/>
          </a:prstGeom>
          <a:noFill/>
          <a:ln>
            <a:noFill/>
          </a:ln>
        </p:spPr>
        <p:txBody>
          <a:bodyPr spcFirstLastPara="1" wrap="square" lIns="0" tIns="5750" rIns="0" bIns="0" anchor="b" anchorCtr="0">
            <a:spAutoFit/>
          </a:bodyPr>
          <a:lstStyle/>
          <a:p>
            <a:pPr algn="ctr"/>
            <a:r>
              <a:rPr lang="en-US" sz="3600" dirty="0">
                <a:solidFill>
                  <a:schemeClr val="bg1"/>
                </a:solidFill>
              </a:rPr>
              <a:t>CONCLUSION</a:t>
            </a:r>
          </a:p>
        </p:txBody>
      </p:sp>
      <p:pic>
        <p:nvPicPr>
          <p:cNvPr id="4" name="Picture 3">
            <a:extLst>
              <a:ext uri="{FF2B5EF4-FFF2-40B4-BE49-F238E27FC236}">
                <a16:creationId xmlns:a16="http://schemas.microsoft.com/office/drawing/2014/main" id="{858E78DF-FE96-B04D-B317-776AC6346B9E}"/>
              </a:ext>
            </a:extLst>
          </p:cNvPr>
          <p:cNvPicPr>
            <a:picLocks noChangeAspect="1"/>
          </p:cNvPicPr>
          <p:nvPr/>
        </p:nvPicPr>
        <p:blipFill>
          <a:blip r:embed="rId3"/>
          <a:stretch>
            <a:fillRect/>
          </a:stretch>
        </p:blipFill>
        <p:spPr>
          <a:xfrm>
            <a:off x="15693" y="-127677"/>
            <a:ext cx="3301988" cy="1559171"/>
          </a:xfrm>
          <a:prstGeom prst="rect">
            <a:avLst/>
          </a:prstGeom>
        </p:spPr>
      </p:pic>
      <p:sp>
        <p:nvSpPr>
          <p:cNvPr id="3" name="Rectangle: Rounded Corners 2">
            <a:extLst>
              <a:ext uri="{FF2B5EF4-FFF2-40B4-BE49-F238E27FC236}">
                <a16:creationId xmlns:a16="http://schemas.microsoft.com/office/drawing/2014/main" id="{1B3162CC-E893-44D5-9E8F-CAB059C7C15C}"/>
              </a:ext>
            </a:extLst>
          </p:cNvPr>
          <p:cNvSpPr/>
          <p:nvPr/>
        </p:nvSpPr>
        <p:spPr>
          <a:xfrm>
            <a:off x="310631" y="1871058"/>
            <a:ext cx="12177070" cy="7127154"/>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r>
              <a:rPr lang="en-US" sz="1800" dirty="0"/>
              <a:t> This paper presented a wearable IoT-based system for real-time detection of hand fatigue during prolonged smartphone usage. The proposed device integrates a palm-mounted FSR sensor to measure grip force and an MPU6050 IMU sensor to monitor wrist posture and thumb motion. Sensor data were processed locally using an ESP32 microcontroller, where a fatigue estimation model calculated a fatigue score based on sustained grip force, repetitive thumb movements, and static wrist positions. The experimental results, illustrated through graphical analysis of grip force variation, thumb movement patterns, wrist motion variability, and the overall fatigue score progression, demonstrate the capability of the system to effectively detect fatigue-related conditions during extended smartphone use. All computations were performed on-device, ensuring low latency and eliminating dependence on cloud services. The prototype operated reliably under USB power and maintained stable wireless communication while sending real-time alerts through Telegram whenever the calculated fatigue score exceeded a predefined threshold. The combination of force sensing and inertial motion monitoring improved the reliability of fatigue detection compared to single-sensor approaches, while the graphs provided clear visualization of how sustained strain conditions gradually increase the fatigue score.</a:t>
            </a:r>
          </a:p>
          <a:p>
            <a:r>
              <a:rPr lang="en-US" sz="1800" dirty="0"/>
              <a:t>          Prolonged smartphone usage with excessive grip force, repetitive thumb movement and improper wrist posture can increase the risk of musculoskeletal problems such as repetitive strain injury (RSI), tendon inflammation, wrist strain and early symptoms of carpal tunnel syndrome. By continuously monitoring these parameters, the proposed system can help users recognize unhealthy usage patterns and encourage timely breaks, thereby reducing long-term health risks. Overall, the system provides a low-cost, portable and scalable solution for early hand fatigue detection. Future improvements may include rechargeable battery integration, micro-vibration haptic feedback, miniaturized hardware design and adaptive fatigue models for personalized health monitoring.</a:t>
            </a:r>
          </a:p>
        </p:txBody>
      </p:sp>
    </p:spTree>
    <p:extLst>
      <p:ext uri="{BB962C8B-B14F-4D97-AF65-F5344CB8AC3E}">
        <p14:creationId xmlns:p14="http://schemas.microsoft.com/office/powerpoint/2010/main" val="8139707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74D6A2F0-37A1-F3F6-0BD0-B4F834B0A8F5}"/>
            </a:ext>
          </a:extLst>
        </p:cNvPr>
        <p:cNvGrpSpPr/>
        <p:nvPr/>
      </p:nvGrpSpPr>
      <p:grpSpPr>
        <a:xfrm>
          <a:off x="0" y="0"/>
          <a:ext cx="0" cy="0"/>
          <a:chOff x="0" y="0"/>
          <a:chExt cx="0" cy="0"/>
        </a:xfrm>
      </p:grpSpPr>
      <p:sp>
        <p:nvSpPr>
          <p:cNvPr id="85" name="Google Shape;85;p1">
            <a:extLst>
              <a:ext uri="{FF2B5EF4-FFF2-40B4-BE49-F238E27FC236}">
                <a16:creationId xmlns:a16="http://schemas.microsoft.com/office/drawing/2014/main" id="{18E03405-D11C-7A2C-DCE1-D5125F73482F}"/>
              </a:ext>
            </a:extLst>
          </p:cNvPr>
          <p:cNvSpPr/>
          <p:nvPr/>
        </p:nvSpPr>
        <p:spPr>
          <a:xfrm>
            <a:off x="-11341" y="-105278"/>
            <a:ext cx="12801600" cy="1559171"/>
          </a:xfrm>
          <a:custGeom>
            <a:avLst/>
            <a:gdLst/>
            <a:ahLst/>
            <a:cxnLst/>
            <a:rect l="l" t="t" r="r" b="b"/>
            <a:pathLst>
              <a:path w="20104100" h="2233930" extrusionOk="0">
                <a:moveTo>
                  <a:pt x="0" y="2233788"/>
                </a:moveTo>
                <a:lnTo>
                  <a:pt x="20104099" y="2233788"/>
                </a:lnTo>
                <a:lnTo>
                  <a:pt x="20104099" y="0"/>
                </a:lnTo>
                <a:lnTo>
                  <a:pt x="0" y="0"/>
                </a:lnTo>
                <a:lnTo>
                  <a:pt x="0" y="2233788"/>
                </a:lnTo>
                <a:close/>
              </a:path>
            </a:pathLst>
          </a:custGeom>
          <a:solidFill>
            <a:schemeClr val="accent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407" dirty="0">
              <a:solidFill>
                <a:schemeClr val="dk1"/>
              </a:solidFill>
              <a:latin typeface="Calibri"/>
              <a:ea typeface="Calibri"/>
              <a:cs typeface="Calibri"/>
              <a:sym typeface="Calibri"/>
            </a:endParaRPr>
          </a:p>
        </p:txBody>
      </p:sp>
      <p:sp>
        <p:nvSpPr>
          <p:cNvPr id="86" name="Google Shape;86;p1">
            <a:extLst>
              <a:ext uri="{FF2B5EF4-FFF2-40B4-BE49-F238E27FC236}">
                <a16:creationId xmlns:a16="http://schemas.microsoft.com/office/drawing/2014/main" id="{15C9FF96-4061-B950-6856-D7B5B08A5FD3}"/>
              </a:ext>
            </a:extLst>
          </p:cNvPr>
          <p:cNvSpPr txBox="1"/>
          <p:nvPr/>
        </p:nvSpPr>
        <p:spPr>
          <a:xfrm>
            <a:off x="2913343" y="602988"/>
            <a:ext cx="9186767" cy="559804"/>
          </a:xfrm>
          <a:prstGeom prst="rect">
            <a:avLst/>
          </a:prstGeom>
          <a:noFill/>
          <a:ln>
            <a:noFill/>
          </a:ln>
        </p:spPr>
        <p:txBody>
          <a:bodyPr spcFirstLastPara="1" wrap="square" lIns="0" tIns="5750" rIns="0" bIns="0" anchor="b" anchorCtr="0">
            <a:spAutoFit/>
          </a:bodyPr>
          <a:lstStyle/>
          <a:p>
            <a:pPr algn="ctr"/>
            <a:r>
              <a:rPr lang="en-US" sz="3600" dirty="0">
                <a:solidFill>
                  <a:schemeClr val="bg1"/>
                </a:solidFill>
              </a:rPr>
              <a:t>REFERENCES </a:t>
            </a:r>
          </a:p>
        </p:txBody>
      </p:sp>
      <p:pic>
        <p:nvPicPr>
          <p:cNvPr id="4" name="Picture 3">
            <a:extLst>
              <a:ext uri="{FF2B5EF4-FFF2-40B4-BE49-F238E27FC236}">
                <a16:creationId xmlns:a16="http://schemas.microsoft.com/office/drawing/2014/main" id="{A81CE514-4492-A814-32B4-274EB16069EF}"/>
              </a:ext>
            </a:extLst>
          </p:cNvPr>
          <p:cNvPicPr>
            <a:picLocks noChangeAspect="1"/>
          </p:cNvPicPr>
          <p:nvPr/>
        </p:nvPicPr>
        <p:blipFill>
          <a:blip r:embed="rId3"/>
          <a:stretch>
            <a:fillRect/>
          </a:stretch>
        </p:blipFill>
        <p:spPr>
          <a:xfrm>
            <a:off x="15693" y="-127677"/>
            <a:ext cx="3301988" cy="1559171"/>
          </a:xfrm>
          <a:prstGeom prst="rect">
            <a:avLst/>
          </a:prstGeom>
        </p:spPr>
      </p:pic>
      <p:sp>
        <p:nvSpPr>
          <p:cNvPr id="3" name="Rectangle: Rounded Corners 2">
            <a:extLst>
              <a:ext uri="{FF2B5EF4-FFF2-40B4-BE49-F238E27FC236}">
                <a16:creationId xmlns:a16="http://schemas.microsoft.com/office/drawing/2014/main" id="{579FF7D7-33D4-489D-7FC0-9124FC7AD23C}"/>
              </a:ext>
            </a:extLst>
          </p:cNvPr>
          <p:cNvSpPr/>
          <p:nvPr/>
        </p:nvSpPr>
        <p:spPr>
          <a:xfrm>
            <a:off x="244026" y="1476292"/>
            <a:ext cx="12313548" cy="8124908"/>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r>
              <a:rPr lang="en-IN" dirty="0"/>
              <a:t>[1] </a:t>
            </a:r>
            <a:r>
              <a:rPr lang="en-US" dirty="0"/>
              <a:t>Matteo Musso, </a:t>
            </a:r>
            <a:r>
              <a:rPr lang="en-US" dirty="0" err="1"/>
              <a:t>Shaoping</a:t>
            </a:r>
            <a:r>
              <a:rPr lang="en-US" dirty="0"/>
              <a:t> Bai, Anderson Souza Oliveira, Using a wearable system combining inertial and force sensing for simultaneous detection of limb motion and grasping actions in the workplace, </a:t>
            </a:r>
            <a:r>
              <a:rPr lang="en-US" i="1" dirty="0"/>
              <a:t>Sensors</a:t>
            </a:r>
            <a:r>
              <a:rPr lang="en-US" dirty="0"/>
              <a:t>, </a:t>
            </a:r>
            <a:r>
              <a:rPr lang="en-US" b="1" dirty="0"/>
              <a:t>25</a:t>
            </a:r>
            <a:r>
              <a:rPr lang="en-US" dirty="0"/>
              <a:t> (2025). </a:t>
            </a:r>
            <a:r>
              <a:rPr lang="en-US" u="sng" dirty="0">
                <a:hlinkClick r:id="rId4"/>
              </a:rPr>
              <a:t>https://doi.org/10.1017/wtc.2025.10026</a:t>
            </a:r>
            <a:endParaRPr lang="en-IN" dirty="0"/>
          </a:p>
          <a:p>
            <a:r>
              <a:rPr lang="en-US" dirty="0"/>
              <a:t> </a:t>
            </a:r>
            <a:endParaRPr lang="en-IN" dirty="0"/>
          </a:p>
          <a:p>
            <a:r>
              <a:rPr lang="en-US" dirty="0"/>
              <a:t>[2] Dimitrios </a:t>
            </a:r>
            <a:r>
              <a:rPr lang="en-US" dirty="0" err="1"/>
              <a:t>Miaoulis</a:t>
            </a:r>
            <a:r>
              <a:rPr lang="en-US" dirty="0"/>
              <a:t>, Ioannis </a:t>
            </a:r>
            <a:r>
              <a:rPr lang="en-US" dirty="0" err="1"/>
              <a:t>Stivaros</a:t>
            </a:r>
            <a:r>
              <a:rPr lang="en-US" dirty="0"/>
              <a:t>, Stylianos Koubias, Developing a novel muscle fatigue index for wireless </a:t>
            </a:r>
            <a:r>
              <a:rPr lang="en-US" dirty="0" err="1"/>
              <a:t>sEMG</a:t>
            </a:r>
            <a:r>
              <a:rPr lang="en-US" dirty="0"/>
              <a:t> sensors: Metrics and regression models for real-time monitoring, </a:t>
            </a:r>
            <a:r>
              <a:rPr lang="en-US" i="1" dirty="0"/>
              <a:t>IEEE Sensors Journal</a:t>
            </a:r>
            <a:r>
              <a:rPr lang="en-US" dirty="0"/>
              <a:t>, </a:t>
            </a:r>
            <a:r>
              <a:rPr lang="en-US" b="1" dirty="0"/>
              <a:t>22</a:t>
            </a:r>
            <a:r>
              <a:rPr lang="en-US" dirty="0"/>
              <a:t> (2025), </a:t>
            </a:r>
            <a:r>
              <a:rPr lang="en-US" u="sng" dirty="0">
                <a:hlinkClick r:id="rId5"/>
              </a:rPr>
              <a:t>https://doi.org/10.3390/electronics14112097</a:t>
            </a:r>
            <a:r>
              <a:rPr lang="en-US" dirty="0"/>
              <a:t>.</a:t>
            </a:r>
            <a:endParaRPr lang="en-IN" dirty="0"/>
          </a:p>
          <a:p>
            <a:r>
              <a:rPr lang="en-US" dirty="0"/>
              <a:t> </a:t>
            </a:r>
            <a:endParaRPr lang="en-IN" dirty="0"/>
          </a:p>
          <a:p>
            <a:r>
              <a:rPr lang="en-US" dirty="0"/>
              <a:t>[3] Prabin Sharma, Joanna C. Justus, Megha Thapa , Govinda R. Poudel, Sensors and systems for monitoring mental fatigue: A systematic review, </a:t>
            </a:r>
            <a:r>
              <a:rPr lang="en-US" i="1" dirty="0"/>
              <a:t>Sensors</a:t>
            </a:r>
            <a:r>
              <a:rPr lang="en-US" dirty="0"/>
              <a:t>, </a:t>
            </a:r>
            <a:r>
              <a:rPr lang="en-US" b="1" dirty="0"/>
              <a:t>23</a:t>
            </a:r>
            <a:r>
              <a:rPr lang="en-US" dirty="0"/>
              <a:t> (2023), </a:t>
            </a:r>
            <a:br>
              <a:rPr lang="en-US" dirty="0">
                <a:hlinkClick r:id="rId6"/>
              </a:rPr>
            </a:br>
            <a:r>
              <a:rPr lang="en-US" u="sng" dirty="0">
                <a:hlinkClick r:id="rId6"/>
              </a:rPr>
              <a:t>https://doi.org/10.48550/arXiv.2307.01666</a:t>
            </a:r>
            <a:endParaRPr lang="en-IN" dirty="0"/>
          </a:p>
          <a:p>
            <a:r>
              <a:rPr lang="en-US" dirty="0"/>
              <a:t> </a:t>
            </a:r>
            <a:endParaRPr lang="en-IN" dirty="0"/>
          </a:p>
          <a:p>
            <a:r>
              <a:rPr lang="en-US" dirty="0"/>
              <a:t>[4] Kourosh </a:t>
            </a:r>
            <a:r>
              <a:rPr lang="en-US" dirty="0" err="1"/>
              <a:t>Kakhia</a:t>
            </a:r>
            <a:r>
              <a:rPr lang="en-US" dirty="0"/>
              <a:t>, Senthil Kumar </a:t>
            </a:r>
            <a:r>
              <a:rPr lang="en-US" dirty="0" err="1"/>
              <a:t>Jagatheesaperumal</a:t>
            </a:r>
            <a:r>
              <a:rPr lang="en-US" dirty="0"/>
              <a:t>, Abbas Khosravi, </a:t>
            </a:r>
            <a:r>
              <a:rPr lang="en-US" dirty="0" err="1"/>
              <a:t>Roohallah</a:t>
            </a:r>
            <a:r>
              <a:rPr lang="en-US" dirty="0"/>
              <a:t> </a:t>
            </a:r>
            <a:r>
              <a:rPr lang="en-US" dirty="0" err="1"/>
              <a:t>Alizadehsani</a:t>
            </a:r>
            <a:r>
              <a:rPr lang="en-US" dirty="0"/>
              <a:t>, U. Rajendra Acharya, Fatigue monitoring using wearables and AI: Trends, challenges, and future opportunities, </a:t>
            </a:r>
            <a:r>
              <a:rPr lang="en-US" i="1" dirty="0"/>
              <a:t>Computers in Biology and Medicine</a:t>
            </a:r>
            <a:r>
              <a:rPr lang="en-US" dirty="0"/>
              <a:t>, </a:t>
            </a:r>
            <a:r>
              <a:rPr lang="en-US" b="1" dirty="0"/>
              <a:t>171</a:t>
            </a:r>
            <a:r>
              <a:rPr lang="en-US" dirty="0"/>
              <a:t> (2025), </a:t>
            </a:r>
            <a:r>
              <a:rPr lang="en-US" u="sng" dirty="0">
                <a:hlinkClick r:id="rId7" tooltip="Persistent link using digital object identifier"/>
              </a:rPr>
              <a:t>https://doi.org/10.1016/j.compbiomed.2025.110461</a:t>
            </a:r>
            <a:r>
              <a:rPr lang="en-US" dirty="0"/>
              <a:t>.</a:t>
            </a:r>
            <a:endParaRPr lang="en-IN" dirty="0"/>
          </a:p>
          <a:p>
            <a:r>
              <a:rPr lang="en-US" dirty="0"/>
              <a:t> </a:t>
            </a:r>
            <a:endParaRPr lang="en-IN" dirty="0"/>
          </a:p>
          <a:p>
            <a:r>
              <a:rPr lang="en-US" dirty="0"/>
              <a:t>[5] Nuno R. A. Martins, Simon </a:t>
            </a:r>
            <a:r>
              <a:rPr lang="en-US" dirty="0" err="1"/>
              <a:t>Annaheim</a:t>
            </a:r>
            <a:r>
              <a:rPr lang="en-US" dirty="0"/>
              <a:t>, Christina M. Spengler, René M. Rossi, Fatigue monitoring through wearables: A state-of-the-art review, </a:t>
            </a:r>
            <a:r>
              <a:rPr lang="en-US" i="1" dirty="0"/>
              <a:t>Frontiers in Physiology</a:t>
            </a:r>
            <a:r>
              <a:rPr lang="en-US" dirty="0"/>
              <a:t>, </a:t>
            </a:r>
            <a:r>
              <a:rPr lang="en-US" b="1" dirty="0"/>
              <a:t>13</a:t>
            </a:r>
            <a:r>
              <a:rPr lang="en-US" dirty="0"/>
              <a:t> (2021), </a:t>
            </a:r>
            <a:r>
              <a:rPr lang="en-US" u="sng" dirty="0">
                <a:hlinkClick r:id="rId8"/>
              </a:rPr>
              <a:t>https://doi.org/10.3389/fphys.2021.790292</a:t>
            </a:r>
            <a:r>
              <a:rPr lang="en-US" dirty="0"/>
              <a:t>.</a:t>
            </a:r>
            <a:endParaRPr lang="en-IN" dirty="0"/>
          </a:p>
          <a:p>
            <a:r>
              <a:rPr lang="en-US" dirty="0"/>
              <a:t> </a:t>
            </a:r>
          </a:p>
          <a:p>
            <a:r>
              <a:rPr lang="en-US" dirty="0"/>
              <a:t>[6]</a:t>
            </a:r>
            <a:r>
              <a:rPr lang="en-US" dirty="0" err="1"/>
              <a:t>Thanawat</a:t>
            </a:r>
            <a:r>
              <a:rPr lang="en-US" dirty="0"/>
              <a:t> </a:t>
            </a:r>
            <a:r>
              <a:rPr lang="en-US" dirty="0" err="1"/>
              <a:t>Srichaisak</a:t>
            </a:r>
            <a:r>
              <a:rPr lang="en-US" dirty="0"/>
              <a:t>, </a:t>
            </a:r>
            <a:r>
              <a:rPr lang="en-US" dirty="0" err="1"/>
              <a:t>Akarin</a:t>
            </a:r>
            <a:r>
              <a:rPr lang="en-US" dirty="0"/>
              <a:t> </a:t>
            </a:r>
            <a:r>
              <a:rPr lang="en-US" dirty="0" err="1"/>
              <a:t>Ieochai</a:t>
            </a:r>
            <a:r>
              <a:rPr lang="en-US" dirty="0"/>
              <a:t>, </a:t>
            </a:r>
            <a:r>
              <a:rPr lang="en-US" dirty="0" err="1"/>
              <a:t>Aueawattthanaphisut</a:t>
            </a:r>
            <a:r>
              <a:rPr lang="en-US" dirty="0"/>
              <a:t> </a:t>
            </a:r>
            <a:r>
              <a:rPr lang="en-US" dirty="0" err="1"/>
              <a:t>Aueawattanaphisut</a:t>
            </a:r>
            <a:r>
              <a:rPr lang="en-US" dirty="0"/>
              <a:t>, Clinic-oriented feasibility of a sensor-fused wearable for upper-limb function assessment, </a:t>
            </a:r>
            <a:r>
              <a:rPr lang="en-US" i="1" dirty="0"/>
              <a:t>IEEE Access</a:t>
            </a:r>
            <a:r>
              <a:rPr lang="en-US" dirty="0"/>
              <a:t>, </a:t>
            </a:r>
            <a:r>
              <a:rPr lang="en-US" b="1" dirty="0"/>
              <a:t>11</a:t>
            </a:r>
            <a:r>
              <a:rPr lang="en-US" dirty="0"/>
              <a:t> (2025). </a:t>
            </a:r>
            <a:endParaRPr lang="en-IN" dirty="0"/>
          </a:p>
          <a:p>
            <a:r>
              <a:rPr lang="en-US" dirty="0"/>
              <a:t> </a:t>
            </a:r>
            <a:endParaRPr lang="en-IN" dirty="0"/>
          </a:p>
          <a:p>
            <a:r>
              <a:rPr lang="en-IN" dirty="0"/>
              <a:t>[7] </a:t>
            </a:r>
            <a:r>
              <a:rPr lang="en-US" dirty="0"/>
              <a:t>Zhi </a:t>
            </a:r>
            <a:r>
              <a:rPr lang="en-US" dirty="0" err="1"/>
              <a:t>Zhi</a:t>
            </a:r>
            <a:r>
              <a:rPr lang="en-US" dirty="0"/>
              <a:t>, Qiang Wu, Wearable IoT system for hand function assessment based on EMG signals, </a:t>
            </a:r>
            <a:r>
              <a:rPr lang="en-US" i="1" dirty="0"/>
              <a:t>Electronics</a:t>
            </a:r>
            <a:r>
              <a:rPr lang="en-US" dirty="0"/>
              <a:t>, </a:t>
            </a:r>
            <a:r>
              <a:rPr lang="en-US" b="1" dirty="0"/>
              <a:t>11</a:t>
            </a:r>
            <a:r>
              <a:rPr lang="en-US" dirty="0"/>
              <a:t> (2022). </a:t>
            </a:r>
            <a:r>
              <a:rPr lang="en-IN" u="sng" dirty="0">
                <a:hlinkClick r:id="rId9"/>
              </a:rPr>
              <a:t>https://doi.org/10.3390/electronics13040778</a:t>
            </a:r>
            <a:endParaRPr lang="en-IN" dirty="0"/>
          </a:p>
          <a:p>
            <a:r>
              <a:rPr lang="en-US" dirty="0"/>
              <a:t> </a:t>
            </a:r>
            <a:endParaRPr lang="en-IN" dirty="0"/>
          </a:p>
          <a:p>
            <a:r>
              <a:rPr lang="en-US" dirty="0"/>
              <a:t>[8] </a:t>
            </a:r>
            <a:r>
              <a:rPr lang="en-US" dirty="0" err="1"/>
              <a:t>Faeze</a:t>
            </a:r>
            <a:r>
              <a:rPr lang="en-US" dirty="0"/>
              <a:t> D. </a:t>
            </a:r>
            <a:r>
              <a:rPr lang="en-US" dirty="0" err="1"/>
              <a:t>Banadaki</a:t>
            </a:r>
            <a:r>
              <a:rPr lang="en-US" dirty="0"/>
              <a:t>, Benyamin Rahimian, Fatemeh </a:t>
            </a:r>
            <a:r>
              <a:rPr lang="en-US" dirty="0" err="1"/>
              <a:t>Moraveji</a:t>
            </a:r>
            <a:r>
              <a:rPr lang="en-US" dirty="0"/>
              <a:t>, Sakineh </a:t>
            </a:r>
            <a:r>
              <a:rPr lang="en-US" dirty="0" err="1"/>
              <a:t>Varmazyar</a:t>
            </a:r>
            <a:r>
              <a:rPr lang="en-US" dirty="0"/>
              <a:t>, The impact of smartphone use duration and posture on the prevalence of hand pain among college students, </a:t>
            </a:r>
            <a:r>
              <a:rPr lang="en-US" i="1" dirty="0"/>
              <a:t>BMC Musculoskeletal Disorders</a:t>
            </a:r>
            <a:r>
              <a:rPr lang="en-US" dirty="0"/>
              <a:t>, </a:t>
            </a:r>
            <a:r>
              <a:rPr lang="en-US" b="1" dirty="0"/>
              <a:t>22</a:t>
            </a:r>
            <a:r>
              <a:rPr lang="en-US" dirty="0"/>
              <a:t> (2024)</a:t>
            </a:r>
            <a:r>
              <a:rPr lang="en-IN" dirty="0"/>
              <a:t>. </a:t>
            </a:r>
          </a:p>
          <a:p>
            <a:r>
              <a:rPr lang="en-IN" dirty="0"/>
              <a:t> </a:t>
            </a:r>
          </a:p>
          <a:p>
            <a:r>
              <a:rPr lang="en-US" dirty="0"/>
              <a:t>[9] Sakshi Malhotra, Dr. Jaya Yadav, Dr. Ashok Chopra , Exploring the ergonomic impact of mobile phone screen size on hand fatigue: Insights for user-centered design, </a:t>
            </a:r>
            <a:r>
              <a:rPr lang="en-US" i="1" dirty="0"/>
              <a:t>Applied Ergonomics</a:t>
            </a:r>
            <a:r>
              <a:rPr lang="en-US" dirty="0"/>
              <a:t>,</a:t>
            </a:r>
            <a:r>
              <a:rPr lang="en-US" b="1" dirty="0"/>
              <a:t>85</a:t>
            </a:r>
            <a:r>
              <a:rPr lang="en-US" dirty="0"/>
              <a:t>(2024). </a:t>
            </a:r>
            <a:r>
              <a:rPr lang="en-US" u="sng" dirty="0">
                <a:hlinkClick r:id="rId8"/>
              </a:rPr>
              <a:t>https://doi.org/10.5281/zenodo.11203609</a:t>
            </a:r>
            <a:r>
              <a:rPr lang="en-US" dirty="0"/>
              <a:t> </a:t>
            </a:r>
            <a:endParaRPr lang="en-IN" dirty="0"/>
          </a:p>
          <a:p>
            <a:r>
              <a:rPr lang="en-IN" dirty="0"/>
              <a:t> </a:t>
            </a:r>
          </a:p>
          <a:p>
            <a:r>
              <a:rPr lang="en-IN" dirty="0"/>
              <a:t>[10] </a:t>
            </a:r>
            <a:r>
              <a:rPr lang="en-US" dirty="0"/>
              <a:t>Yanfei Xie, Grace Szeto, Jie Dai, Prevalence and risk factors associated with musculoskeletal complaints among users of mobile handheld devices: A systematic review, </a:t>
            </a:r>
            <a:r>
              <a:rPr lang="en-US" i="1" dirty="0"/>
              <a:t>Applied Ergonomics</a:t>
            </a:r>
            <a:r>
              <a:rPr lang="en-US" dirty="0"/>
              <a:t>, </a:t>
            </a:r>
            <a:r>
              <a:rPr lang="en-US" b="1" dirty="0"/>
              <a:t>59</a:t>
            </a:r>
            <a:r>
              <a:rPr lang="en-US" dirty="0"/>
              <a:t> (2017)</a:t>
            </a:r>
            <a:endParaRPr lang="en-IN" dirty="0"/>
          </a:p>
          <a:p>
            <a:r>
              <a:rPr lang="en-IN" u="sng" dirty="0">
                <a:hlinkClick r:id="rId10"/>
              </a:rPr>
              <a:t>https://doi.org/10.1016/j.apergo.2016.08.020</a:t>
            </a:r>
            <a:endParaRPr lang="en-IN" dirty="0"/>
          </a:p>
          <a:p>
            <a:endParaRPr lang="en-IN" dirty="0"/>
          </a:p>
          <a:p>
            <a:endParaRPr lang="en-US" sz="2400" dirty="0"/>
          </a:p>
        </p:txBody>
      </p:sp>
    </p:spTree>
    <p:extLst>
      <p:ext uri="{BB962C8B-B14F-4D97-AF65-F5344CB8AC3E}">
        <p14:creationId xmlns:p14="http://schemas.microsoft.com/office/powerpoint/2010/main" val="8639395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372D15C9-FD90-68DD-6451-58CA806A49C5}"/>
            </a:ext>
          </a:extLst>
        </p:cNvPr>
        <p:cNvGrpSpPr/>
        <p:nvPr/>
      </p:nvGrpSpPr>
      <p:grpSpPr>
        <a:xfrm>
          <a:off x="0" y="0"/>
          <a:ext cx="0" cy="0"/>
          <a:chOff x="0" y="0"/>
          <a:chExt cx="0" cy="0"/>
        </a:xfrm>
      </p:grpSpPr>
      <p:sp>
        <p:nvSpPr>
          <p:cNvPr id="85" name="Google Shape;85;p1">
            <a:extLst>
              <a:ext uri="{FF2B5EF4-FFF2-40B4-BE49-F238E27FC236}">
                <a16:creationId xmlns:a16="http://schemas.microsoft.com/office/drawing/2014/main" id="{16FA1A14-EBA2-BFD0-0CD7-B4D75D88720E}"/>
              </a:ext>
            </a:extLst>
          </p:cNvPr>
          <p:cNvSpPr/>
          <p:nvPr/>
        </p:nvSpPr>
        <p:spPr>
          <a:xfrm>
            <a:off x="-11341" y="-105278"/>
            <a:ext cx="12801600" cy="1559171"/>
          </a:xfrm>
          <a:custGeom>
            <a:avLst/>
            <a:gdLst/>
            <a:ahLst/>
            <a:cxnLst/>
            <a:rect l="l" t="t" r="r" b="b"/>
            <a:pathLst>
              <a:path w="20104100" h="2233930" extrusionOk="0">
                <a:moveTo>
                  <a:pt x="0" y="2233788"/>
                </a:moveTo>
                <a:lnTo>
                  <a:pt x="20104099" y="2233788"/>
                </a:lnTo>
                <a:lnTo>
                  <a:pt x="20104099" y="0"/>
                </a:lnTo>
                <a:lnTo>
                  <a:pt x="0" y="0"/>
                </a:lnTo>
                <a:lnTo>
                  <a:pt x="0" y="2233788"/>
                </a:lnTo>
                <a:close/>
              </a:path>
            </a:pathLst>
          </a:custGeom>
          <a:solidFill>
            <a:schemeClr val="accent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407" dirty="0">
              <a:solidFill>
                <a:schemeClr val="dk1"/>
              </a:solidFill>
              <a:latin typeface="Calibri"/>
              <a:ea typeface="Calibri"/>
              <a:cs typeface="Calibri"/>
              <a:sym typeface="Calibri"/>
            </a:endParaRPr>
          </a:p>
        </p:txBody>
      </p:sp>
      <p:sp>
        <p:nvSpPr>
          <p:cNvPr id="86" name="Google Shape;86;p1">
            <a:extLst>
              <a:ext uri="{FF2B5EF4-FFF2-40B4-BE49-F238E27FC236}">
                <a16:creationId xmlns:a16="http://schemas.microsoft.com/office/drawing/2014/main" id="{1825469A-CFAC-4BB5-E4A7-634DBDFCD9BE}"/>
              </a:ext>
            </a:extLst>
          </p:cNvPr>
          <p:cNvSpPr txBox="1"/>
          <p:nvPr/>
        </p:nvSpPr>
        <p:spPr>
          <a:xfrm>
            <a:off x="2913343" y="602988"/>
            <a:ext cx="9186767" cy="559804"/>
          </a:xfrm>
          <a:prstGeom prst="rect">
            <a:avLst/>
          </a:prstGeom>
          <a:noFill/>
          <a:ln>
            <a:noFill/>
          </a:ln>
        </p:spPr>
        <p:txBody>
          <a:bodyPr spcFirstLastPara="1" wrap="square" lIns="0" tIns="5750" rIns="0" bIns="0" anchor="b" anchorCtr="0">
            <a:spAutoFit/>
          </a:bodyPr>
          <a:lstStyle/>
          <a:p>
            <a:pPr algn="ctr"/>
            <a:r>
              <a:rPr lang="en-US" sz="3600" dirty="0">
                <a:solidFill>
                  <a:schemeClr val="bg1"/>
                </a:solidFill>
              </a:rPr>
              <a:t>REFERENCES </a:t>
            </a:r>
          </a:p>
        </p:txBody>
      </p:sp>
      <p:pic>
        <p:nvPicPr>
          <p:cNvPr id="4" name="Picture 3">
            <a:extLst>
              <a:ext uri="{FF2B5EF4-FFF2-40B4-BE49-F238E27FC236}">
                <a16:creationId xmlns:a16="http://schemas.microsoft.com/office/drawing/2014/main" id="{375CD848-DE0A-CA92-ADA7-EB88C44F7E69}"/>
              </a:ext>
            </a:extLst>
          </p:cNvPr>
          <p:cNvPicPr>
            <a:picLocks noChangeAspect="1"/>
          </p:cNvPicPr>
          <p:nvPr/>
        </p:nvPicPr>
        <p:blipFill>
          <a:blip r:embed="rId3"/>
          <a:stretch>
            <a:fillRect/>
          </a:stretch>
        </p:blipFill>
        <p:spPr>
          <a:xfrm>
            <a:off x="15693" y="-127677"/>
            <a:ext cx="3301988" cy="1559171"/>
          </a:xfrm>
          <a:prstGeom prst="rect">
            <a:avLst/>
          </a:prstGeom>
        </p:spPr>
      </p:pic>
      <p:sp>
        <p:nvSpPr>
          <p:cNvPr id="3" name="Rectangle: Rounded Corners 2">
            <a:extLst>
              <a:ext uri="{FF2B5EF4-FFF2-40B4-BE49-F238E27FC236}">
                <a16:creationId xmlns:a16="http://schemas.microsoft.com/office/drawing/2014/main" id="{B451256A-8E2B-E7B1-D7E9-672ED7CC4D6F}"/>
              </a:ext>
            </a:extLst>
          </p:cNvPr>
          <p:cNvSpPr/>
          <p:nvPr/>
        </p:nvSpPr>
        <p:spPr>
          <a:xfrm>
            <a:off x="244026" y="1476292"/>
            <a:ext cx="12313548" cy="8124908"/>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r>
              <a:rPr lang="en-IN" dirty="0"/>
              <a:t>[11]  </a:t>
            </a:r>
            <a:r>
              <a:rPr lang="en-US" dirty="0" err="1"/>
              <a:t>Banadaki</a:t>
            </a:r>
            <a:r>
              <a:rPr lang="en-US" dirty="0"/>
              <a:t>, F.D., Rahimian, B., </a:t>
            </a:r>
            <a:r>
              <a:rPr lang="en-US" dirty="0" err="1"/>
              <a:t>Moraveji</a:t>
            </a:r>
            <a:r>
              <a:rPr lang="en-US" dirty="0"/>
              <a:t>, F. </a:t>
            </a:r>
            <a:r>
              <a:rPr lang="en-US" i="1" dirty="0"/>
              <a:t>et al.</a:t>
            </a:r>
            <a:r>
              <a:rPr lang="en-US" dirty="0"/>
              <a:t> The impact of smartphone use duration and posture on the prevalence of hand pain among college students. </a:t>
            </a:r>
            <a:r>
              <a:rPr lang="en-US" i="1" dirty="0"/>
              <a:t>BMC </a:t>
            </a:r>
            <a:r>
              <a:rPr lang="en-US" i="1" dirty="0" err="1"/>
              <a:t>MusculoskeletDisord</a:t>
            </a:r>
            <a:r>
              <a:rPr lang="en-US" dirty="0"/>
              <a:t> </a:t>
            </a:r>
            <a:r>
              <a:rPr lang="en-US" b="1" dirty="0"/>
              <a:t>25</a:t>
            </a:r>
            <a:r>
              <a:rPr lang="en-US" dirty="0"/>
              <a:t>,574(2024). </a:t>
            </a:r>
            <a:r>
              <a:rPr lang="en-US" u="sng" dirty="0">
                <a:hlinkClick r:id="rId4"/>
              </a:rPr>
              <a:t>https://doi.org/10.1186/s12891-024-07685-7</a:t>
            </a:r>
            <a:endParaRPr lang="en-IN" dirty="0"/>
          </a:p>
          <a:p>
            <a:r>
              <a:rPr lang="en-US" dirty="0"/>
              <a:t> </a:t>
            </a:r>
            <a:endParaRPr lang="en-IN" dirty="0"/>
          </a:p>
          <a:p>
            <a:r>
              <a:rPr lang="en-US" dirty="0"/>
              <a:t>[12] Morteza Jalali </a:t>
            </a:r>
            <a:r>
              <a:rPr lang="en-US" dirty="0" err="1"/>
              <a:t>Alenjareghi</a:t>
            </a:r>
            <a:r>
              <a:rPr lang="en-US" dirty="0"/>
              <a:t>, </a:t>
            </a:r>
            <a:r>
              <a:rPr lang="en-US" dirty="0" err="1"/>
              <a:t>Firdaous</a:t>
            </a:r>
            <a:r>
              <a:rPr lang="en-US" dirty="0"/>
              <a:t> </a:t>
            </a:r>
            <a:r>
              <a:rPr lang="en-US" dirty="0" err="1"/>
              <a:t>Sekkay</a:t>
            </a:r>
            <a:r>
              <a:rPr lang="en-US" dirty="0"/>
              <a:t>, Camelia </a:t>
            </a:r>
            <a:r>
              <a:rPr lang="en-US" dirty="0" err="1"/>
              <a:t>Dadouchi</a:t>
            </a:r>
            <a:r>
              <a:rPr lang="en-US" dirty="0"/>
              <a:t>, Samira </a:t>
            </a:r>
            <a:r>
              <a:rPr lang="en-US" dirty="0" err="1"/>
              <a:t>Keivanpour</a:t>
            </a:r>
            <a:r>
              <a:rPr lang="en-US" dirty="0"/>
              <a:t>, Wearable sensors in Industry 4.0: Preventing work-related musculoskeletal disorders, Sensors International, Volume 7, 2026, 100343, ISSN 2666-3511, </a:t>
            </a:r>
            <a:r>
              <a:rPr lang="en-US" u="sng" dirty="0">
                <a:hlinkClick r:id="rId5"/>
              </a:rPr>
              <a:t>https://doi.org/10.1016/j.sintl.2025.100343</a:t>
            </a:r>
            <a:r>
              <a:rPr lang="en-US" dirty="0"/>
              <a:t>.</a:t>
            </a:r>
            <a:endParaRPr lang="en-IN" dirty="0"/>
          </a:p>
          <a:p>
            <a:r>
              <a:rPr lang="en-US" dirty="0"/>
              <a:t> </a:t>
            </a:r>
            <a:endParaRPr lang="en-IN" dirty="0"/>
          </a:p>
          <a:p>
            <a:r>
              <a:rPr lang="en-US" dirty="0"/>
              <a:t>[13] Grazia Iadarola, Alessandro Mengarelli, Sandro Fioretti, Susanna </a:t>
            </a:r>
            <a:r>
              <a:rPr lang="en-US" dirty="0" err="1"/>
              <a:t>Spinsante</a:t>
            </a:r>
            <a:r>
              <a:rPr lang="en-US" dirty="0"/>
              <a:t>, Evaluation of physical effort by IoT-based wearable sensors, Measurement: Sensors, Volume 38, Supplement, 2025, 101648, ISSN 2665-9174, </a:t>
            </a:r>
            <a:r>
              <a:rPr lang="en-US" u="sng" dirty="0">
                <a:hlinkClick r:id="rId6"/>
              </a:rPr>
              <a:t>https://doi.org/10.1016/j.measen.2024.101648</a:t>
            </a:r>
            <a:r>
              <a:rPr lang="en-US" dirty="0"/>
              <a:t>.</a:t>
            </a:r>
            <a:endParaRPr lang="en-IN" dirty="0"/>
          </a:p>
          <a:p>
            <a:r>
              <a:rPr lang="en-US" dirty="0"/>
              <a:t> </a:t>
            </a:r>
            <a:endParaRPr lang="en-IN" dirty="0"/>
          </a:p>
          <a:p>
            <a:r>
              <a:rPr lang="en-US" dirty="0"/>
              <a:t>[14] Junjie Chen, Xi Wang, Qiao Li, Bo Shen, Xiaoming Tao,</a:t>
            </a:r>
            <a:endParaRPr lang="en-IN" dirty="0"/>
          </a:p>
          <a:p>
            <a:r>
              <a:rPr lang="en-US" dirty="0"/>
              <a:t>Wearable multimodal sensing platform for contraction and fatigue transition monitoring of biceps in motion using machine learning, Sensors and Actuators A: Physical, Volume 396, 2025, 117127, ISSN 0924-4247, </a:t>
            </a:r>
            <a:r>
              <a:rPr lang="en-US" u="sng" dirty="0">
                <a:hlinkClick r:id="rId7"/>
              </a:rPr>
              <a:t>https://doi.org/10.1016/j.sna.2025.117127</a:t>
            </a:r>
            <a:r>
              <a:rPr lang="en-US" dirty="0"/>
              <a:t>.</a:t>
            </a:r>
            <a:endParaRPr lang="en-IN" dirty="0"/>
          </a:p>
          <a:p>
            <a:r>
              <a:rPr lang="en-US" dirty="0"/>
              <a:t> </a:t>
            </a:r>
            <a:endParaRPr lang="en-IN" dirty="0"/>
          </a:p>
          <a:p>
            <a:r>
              <a:rPr lang="en-US" dirty="0"/>
              <a:t>[15] Anita Gehlot, Rajesh Singh, Sweety </a:t>
            </a:r>
            <a:r>
              <a:rPr lang="en-US" dirty="0" err="1"/>
              <a:t>Siwach</a:t>
            </a:r>
            <a:r>
              <a:rPr lang="en-US" dirty="0"/>
              <a:t>, Shaik </a:t>
            </a:r>
            <a:r>
              <a:rPr lang="en-US" dirty="0" err="1"/>
              <a:t>Vaseem</a:t>
            </a:r>
            <a:r>
              <a:rPr lang="en-US" dirty="0"/>
              <a:t> Akram, Khalid </a:t>
            </a:r>
            <a:r>
              <a:rPr lang="en-US" dirty="0" err="1"/>
              <a:t>Alsubhi</a:t>
            </a:r>
            <a:r>
              <a:rPr lang="en-US" dirty="0"/>
              <a:t>, Aman Singh, Irene Delgado Noya, </a:t>
            </a:r>
            <a:r>
              <a:rPr lang="en-US" dirty="0" err="1"/>
              <a:t>Sushabhan</a:t>
            </a:r>
            <a:r>
              <a:rPr lang="en-US" dirty="0"/>
              <a:t> Choudhury, Real Time Monitoring of Muscle Fatigue with IoT and Wearable Devices, Computers, Materials and Continua, Volume 72, Issue 1, 2022, Pages 999-1015,ISSN1546-2218, </a:t>
            </a:r>
            <a:r>
              <a:rPr lang="en-US" u="sng" dirty="0">
                <a:hlinkClick r:id="rId8"/>
              </a:rPr>
              <a:t>https://doi.org/10.32604/cmc.2022.023861</a:t>
            </a:r>
            <a:r>
              <a:rPr lang="en-US" dirty="0"/>
              <a:t>.</a:t>
            </a:r>
            <a:endParaRPr lang="en-IN" dirty="0"/>
          </a:p>
          <a:p>
            <a:r>
              <a:rPr lang="en-US" dirty="0"/>
              <a:t> </a:t>
            </a:r>
            <a:endParaRPr lang="en-IN" dirty="0"/>
          </a:p>
          <a:p>
            <a:r>
              <a:rPr lang="en-US" dirty="0"/>
              <a:t>[16] Phadke, A. N., </a:t>
            </a:r>
            <a:r>
              <a:rPr lang="en-US" dirty="0" err="1"/>
              <a:t>Harasheh</a:t>
            </a:r>
            <a:r>
              <a:rPr lang="en-US" dirty="0"/>
              <a:t>, K., &amp; Gill, S. (2026), Wearable IoT-enabled galvanic skin response device for objective pain and stress monitoring: Hardware design and prototype development. </a:t>
            </a:r>
            <a:r>
              <a:rPr lang="en-US" i="1" dirty="0"/>
              <a:t>Sensors, 26</a:t>
            </a:r>
            <a:r>
              <a:rPr lang="en-US" dirty="0"/>
              <a:t>(1), 116. </a:t>
            </a:r>
            <a:r>
              <a:rPr lang="en-US" u="sng" dirty="0">
                <a:hlinkClick r:id="rId9"/>
              </a:rPr>
              <a:t>https://doi.org/10.3390/s26010116</a:t>
            </a:r>
            <a:r>
              <a:rPr lang="en-US" dirty="0"/>
              <a:t>.</a:t>
            </a:r>
            <a:endParaRPr lang="en-IN" dirty="0"/>
          </a:p>
          <a:p>
            <a:r>
              <a:rPr lang="en-US" dirty="0"/>
              <a:t> </a:t>
            </a:r>
            <a:endParaRPr lang="en-IN" dirty="0"/>
          </a:p>
          <a:p>
            <a:r>
              <a:rPr lang="en-IN" dirty="0"/>
              <a:t>[17] </a:t>
            </a:r>
            <a:r>
              <a:rPr lang="en-US" dirty="0" err="1"/>
              <a:t>Hundekari</a:t>
            </a:r>
            <a:r>
              <a:rPr lang="en-US" dirty="0"/>
              <a:t>, J. C., Wasnik, S., Paliwal, M., Yadav, I., Kau, C., </a:t>
            </a:r>
            <a:r>
              <a:rPr lang="en-US" dirty="0" err="1"/>
              <a:t>Badjatiya</a:t>
            </a:r>
            <a:r>
              <a:rPr lang="en-US" dirty="0"/>
              <a:t>, B., Kot, L., &amp; Sharma, R. (2025), Effect of duration of exposure of thumb movements while operating mobile phone on nerve conduction velocity and handgrip strength in undergraduate medical students. </a:t>
            </a:r>
            <a:r>
              <a:rPr lang="en-US" i="1" dirty="0"/>
              <a:t>Journal of Pharmacy and </a:t>
            </a:r>
            <a:r>
              <a:rPr lang="en-US" i="1" dirty="0" err="1"/>
              <a:t>Bioallied</a:t>
            </a:r>
            <a:r>
              <a:rPr lang="en-US" i="1" dirty="0"/>
              <a:t> Sciences, 17</a:t>
            </a:r>
            <a:r>
              <a:rPr lang="en-US" dirty="0"/>
              <a:t>(Suppl. 1), S646–S648. </a:t>
            </a:r>
            <a:r>
              <a:rPr lang="en-US" u="sng" dirty="0">
                <a:hlinkClick r:id="rId10"/>
              </a:rPr>
              <a:t>https://doi.org/10.4103/jpbs.jpbs_1774_24</a:t>
            </a:r>
            <a:endParaRPr lang="en-IN" dirty="0"/>
          </a:p>
          <a:p>
            <a:r>
              <a:rPr lang="en-US" dirty="0"/>
              <a:t> </a:t>
            </a:r>
            <a:endParaRPr lang="en-IN" dirty="0"/>
          </a:p>
          <a:p>
            <a:r>
              <a:rPr lang="en-US" dirty="0"/>
              <a:t>[18] </a:t>
            </a:r>
            <a:r>
              <a:rPr lang="en-IN" dirty="0"/>
              <a:t>Zhi, Z., &amp; Wu, Q. (2024)</a:t>
            </a:r>
            <a:r>
              <a:rPr lang="en-IN" b="1" dirty="0"/>
              <a:t>,</a:t>
            </a:r>
            <a:r>
              <a:rPr lang="en-IN" dirty="0"/>
              <a:t> Wearable IoT system for hand function assessment based on EMG signals. </a:t>
            </a:r>
            <a:r>
              <a:rPr lang="en-IN" i="1" dirty="0"/>
              <a:t>Electronics, 13</a:t>
            </a:r>
            <a:r>
              <a:rPr lang="en-IN" dirty="0"/>
              <a:t>(4), 778. </a:t>
            </a:r>
            <a:r>
              <a:rPr lang="en-IN" u="sng" dirty="0">
                <a:hlinkClick r:id="rId11"/>
              </a:rPr>
              <a:t>https://doi.org/10.3390/electronics13040778</a:t>
            </a:r>
            <a:endParaRPr lang="en-IN" dirty="0"/>
          </a:p>
          <a:p>
            <a:r>
              <a:rPr lang="en-IN" dirty="0"/>
              <a:t> </a:t>
            </a:r>
          </a:p>
          <a:p>
            <a:r>
              <a:rPr lang="en-US" dirty="0"/>
              <a:t>[19] Adão Martins, N. R., </a:t>
            </a:r>
            <a:r>
              <a:rPr lang="en-US" dirty="0" err="1"/>
              <a:t>Annaheim</a:t>
            </a:r>
            <a:r>
              <a:rPr lang="en-US" dirty="0"/>
              <a:t>, S., Spengler, C. M., &amp; Rossi, R. M. (2021). Fatigue monitoring through wearables: A state-of-the-art review. </a:t>
            </a:r>
            <a:r>
              <a:rPr lang="en-US" i="1" dirty="0"/>
              <a:t>Frontiers in Physiology, 12</a:t>
            </a:r>
            <a:r>
              <a:rPr lang="en-US" dirty="0"/>
              <a:t>, Article 790292. </a:t>
            </a:r>
            <a:r>
              <a:rPr lang="en-US" u="sng" dirty="0">
                <a:hlinkClick r:id="rId12"/>
              </a:rPr>
              <a:t>https://doi.org/10.3389/fphys.2021.790292</a:t>
            </a:r>
            <a:endParaRPr lang="en-IN" dirty="0"/>
          </a:p>
          <a:p>
            <a:r>
              <a:rPr lang="en-IN" dirty="0"/>
              <a:t> </a:t>
            </a:r>
          </a:p>
          <a:p>
            <a:r>
              <a:rPr lang="en-IN" dirty="0"/>
              <a:t>[20] </a:t>
            </a:r>
            <a:r>
              <a:rPr lang="en-US" dirty="0"/>
              <a:t>Z. Zhou, C. Yu, X. Zhou, Y. Gao and T. Liu, "Wearable Device Development for Precise Hand Function and Fatigue Assessment Using IMU Sensors," </a:t>
            </a:r>
            <a:r>
              <a:rPr lang="en-US" i="1" dirty="0"/>
              <a:t>2024 17th International Congress on Image and Signal Processing, </a:t>
            </a:r>
            <a:r>
              <a:rPr lang="en-US" i="1" dirty="0" err="1"/>
              <a:t>BioMedical</a:t>
            </a:r>
            <a:r>
              <a:rPr lang="en-US" i="1" dirty="0"/>
              <a:t> Engineering and Informatics (CISP-BMEI)</a:t>
            </a:r>
            <a:r>
              <a:rPr lang="en-US" dirty="0"/>
              <a:t>, Shanghai, China, 2024, pp. 1-6, </a:t>
            </a:r>
            <a:r>
              <a:rPr lang="en-US" dirty="0" err="1"/>
              <a:t>doi</a:t>
            </a:r>
            <a:r>
              <a:rPr lang="en-US" dirty="0"/>
              <a:t>: 10.1109/CISP-BMEI64163.2024.10906099. </a:t>
            </a:r>
            <a:endParaRPr lang="en-IN" dirty="0"/>
          </a:p>
          <a:p>
            <a:endParaRPr lang="en-US" sz="2400" dirty="0"/>
          </a:p>
        </p:txBody>
      </p:sp>
    </p:spTree>
    <p:extLst>
      <p:ext uri="{BB962C8B-B14F-4D97-AF65-F5344CB8AC3E}">
        <p14:creationId xmlns:p14="http://schemas.microsoft.com/office/powerpoint/2010/main" val="5823125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F5D33A5C-44C7-5A34-AC7C-050F4DFC15DF}"/>
            </a:ext>
          </a:extLst>
        </p:cNvPr>
        <p:cNvGrpSpPr/>
        <p:nvPr/>
      </p:nvGrpSpPr>
      <p:grpSpPr>
        <a:xfrm>
          <a:off x="0" y="0"/>
          <a:ext cx="0" cy="0"/>
          <a:chOff x="0" y="0"/>
          <a:chExt cx="0" cy="0"/>
        </a:xfrm>
      </p:grpSpPr>
      <p:sp>
        <p:nvSpPr>
          <p:cNvPr id="85" name="Google Shape;85;p1">
            <a:extLst>
              <a:ext uri="{FF2B5EF4-FFF2-40B4-BE49-F238E27FC236}">
                <a16:creationId xmlns:a16="http://schemas.microsoft.com/office/drawing/2014/main" id="{B4118D74-82EC-10B5-2C47-F43E6CEE9173}"/>
              </a:ext>
            </a:extLst>
          </p:cNvPr>
          <p:cNvSpPr/>
          <p:nvPr/>
        </p:nvSpPr>
        <p:spPr>
          <a:xfrm>
            <a:off x="-11341" y="-105278"/>
            <a:ext cx="12801600" cy="1559171"/>
          </a:xfrm>
          <a:custGeom>
            <a:avLst/>
            <a:gdLst/>
            <a:ahLst/>
            <a:cxnLst/>
            <a:rect l="l" t="t" r="r" b="b"/>
            <a:pathLst>
              <a:path w="20104100" h="2233930" extrusionOk="0">
                <a:moveTo>
                  <a:pt x="0" y="2233788"/>
                </a:moveTo>
                <a:lnTo>
                  <a:pt x="20104099" y="2233788"/>
                </a:lnTo>
                <a:lnTo>
                  <a:pt x="20104099" y="0"/>
                </a:lnTo>
                <a:lnTo>
                  <a:pt x="0" y="0"/>
                </a:lnTo>
                <a:lnTo>
                  <a:pt x="0" y="2233788"/>
                </a:lnTo>
                <a:close/>
              </a:path>
            </a:pathLst>
          </a:custGeom>
          <a:solidFill>
            <a:schemeClr val="accent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407" dirty="0">
              <a:solidFill>
                <a:schemeClr val="dk1"/>
              </a:solidFill>
              <a:latin typeface="Calibri"/>
              <a:ea typeface="Calibri"/>
              <a:cs typeface="Calibri"/>
              <a:sym typeface="Calibri"/>
            </a:endParaRPr>
          </a:p>
        </p:txBody>
      </p:sp>
      <p:sp>
        <p:nvSpPr>
          <p:cNvPr id="86" name="Google Shape;86;p1">
            <a:extLst>
              <a:ext uri="{FF2B5EF4-FFF2-40B4-BE49-F238E27FC236}">
                <a16:creationId xmlns:a16="http://schemas.microsoft.com/office/drawing/2014/main" id="{639F4BE7-528D-EF80-377C-FA2C1871DD6B}"/>
              </a:ext>
            </a:extLst>
          </p:cNvPr>
          <p:cNvSpPr txBox="1"/>
          <p:nvPr/>
        </p:nvSpPr>
        <p:spPr>
          <a:xfrm>
            <a:off x="2913343" y="602988"/>
            <a:ext cx="9186767" cy="559804"/>
          </a:xfrm>
          <a:prstGeom prst="rect">
            <a:avLst/>
          </a:prstGeom>
          <a:noFill/>
          <a:ln>
            <a:noFill/>
          </a:ln>
        </p:spPr>
        <p:txBody>
          <a:bodyPr spcFirstLastPara="1" wrap="square" lIns="0" tIns="5750" rIns="0" bIns="0" anchor="b" anchorCtr="0">
            <a:spAutoFit/>
          </a:bodyPr>
          <a:lstStyle/>
          <a:p>
            <a:pPr algn="ctr"/>
            <a:r>
              <a:rPr lang="en-US" sz="3600" dirty="0">
                <a:solidFill>
                  <a:schemeClr val="bg1"/>
                </a:solidFill>
              </a:rPr>
              <a:t>REFERENCES </a:t>
            </a:r>
          </a:p>
        </p:txBody>
      </p:sp>
      <p:pic>
        <p:nvPicPr>
          <p:cNvPr id="4" name="Picture 3">
            <a:extLst>
              <a:ext uri="{FF2B5EF4-FFF2-40B4-BE49-F238E27FC236}">
                <a16:creationId xmlns:a16="http://schemas.microsoft.com/office/drawing/2014/main" id="{9422BD57-416A-7C94-F733-550A1962F69C}"/>
              </a:ext>
            </a:extLst>
          </p:cNvPr>
          <p:cNvPicPr>
            <a:picLocks noChangeAspect="1"/>
          </p:cNvPicPr>
          <p:nvPr/>
        </p:nvPicPr>
        <p:blipFill>
          <a:blip r:embed="rId3"/>
          <a:stretch>
            <a:fillRect/>
          </a:stretch>
        </p:blipFill>
        <p:spPr>
          <a:xfrm>
            <a:off x="15693" y="-127677"/>
            <a:ext cx="3301988" cy="1559171"/>
          </a:xfrm>
          <a:prstGeom prst="rect">
            <a:avLst/>
          </a:prstGeom>
        </p:spPr>
      </p:pic>
      <p:sp>
        <p:nvSpPr>
          <p:cNvPr id="3" name="Rectangle: Rounded Corners 2">
            <a:extLst>
              <a:ext uri="{FF2B5EF4-FFF2-40B4-BE49-F238E27FC236}">
                <a16:creationId xmlns:a16="http://schemas.microsoft.com/office/drawing/2014/main" id="{EAEBE658-282D-D497-680D-7CBCF9B930A2}"/>
              </a:ext>
            </a:extLst>
          </p:cNvPr>
          <p:cNvSpPr/>
          <p:nvPr/>
        </p:nvSpPr>
        <p:spPr>
          <a:xfrm>
            <a:off x="0" y="1379237"/>
            <a:ext cx="12817293" cy="8124908"/>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r>
              <a:rPr lang="en-US" dirty="0"/>
              <a:t>[</a:t>
            </a:r>
          </a:p>
          <a:p>
            <a:endParaRPr lang="en-US" dirty="0"/>
          </a:p>
          <a:p>
            <a:endParaRPr lang="en-US" dirty="0"/>
          </a:p>
          <a:p>
            <a:endParaRPr lang="en-US" dirty="0"/>
          </a:p>
          <a:p>
            <a:r>
              <a:rPr lang="en-US" dirty="0"/>
              <a:t>21] Kourosh Kakhi, Senthil Kumar </a:t>
            </a:r>
            <a:r>
              <a:rPr lang="en-US" dirty="0" err="1"/>
              <a:t>Jagatheesaperumal</a:t>
            </a:r>
            <a:r>
              <a:rPr lang="en-US" dirty="0"/>
              <a:t>, Abbas Khosravi, </a:t>
            </a:r>
            <a:r>
              <a:rPr lang="en-US" dirty="0" err="1"/>
              <a:t>Roohallah</a:t>
            </a:r>
            <a:r>
              <a:rPr lang="en-US" dirty="0"/>
              <a:t> </a:t>
            </a:r>
            <a:r>
              <a:rPr lang="en-US" dirty="0" err="1"/>
              <a:t>Alizadehsani</a:t>
            </a:r>
            <a:r>
              <a:rPr lang="en-US" dirty="0"/>
              <a:t>, U. Rajendra Acharya, Fatigue monitoring using wearables and AI: Trends, challenges, and future opportunities, Computers in Biology and Medicine, Volume 195, 2025, 110461, ISSN 0010-4825, </a:t>
            </a:r>
            <a:r>
              <a:rPr lang="en-US" u="sng" dirty="0">
                <a:hlinkClick r:id="rId4"/>
              </a:rPr>
              <a:t>https://doi.org/10.1016/j.compbiomed.2025.110461</a:t>
            </a:r>
            <a:r>
              <a:rPr lang="en-US" dirty="0"/>
              <a:t>.</a:t>
            </a:r>
            <a:endParaRPr lang="en-IN" dirty="0"/>
          </a:p>
          <a:p>
            <a:r>
              <a:rPr lang="en-US" dirty="0"/>
              <a:t> </a:t>
            </a:r>
            <a:endParaRPr lang="en-IN" dirty="0"/>
          </a:p>
          <a:p>
            <a:r>
              <a:rPr lang="en-US" dirty="0"/>
              <a:t>[22] Rezaul Karim, </a:t>
            </a:r>
            <a:r>
              <a:rPr lang="en-US" dirty="0" err="1"/>
              <a:t>Xingzhou</a:t>
            </a:r>
            <a:r>
              <a:rPr lang="en-US" dirty="0"/>
              <a:t> Guo, </a:t>
            </a:r>
            <a:r>
              <a:rPr lang="en-US" dirty="0" err="1"/>
              <a:t>Hongyue</a:t>
            </a:r>
            <a:r>
              <a:rPr lang="en-US" dirty="0"/>
              <a:t> Wu, Advancing physical and mental fatigue analysis in construction workers: Insights, technologies, and future directions, Developments in the Built Environment, Volume 24, 2025, 100808, ISSN 2666-1659, </a:t>
            </a:r>
            <a:r>
              <a:rPr lang="en-US" u="sng" dirty="0">
                <a:hlinkClick r:id="rId5"/>
              </a:rPr>
              <a:t>https://doi.org/10.1016/j.dibe.2025.100808</a:t>
            </a:r>
            <a:r>
              <a:rPr lang="en-US" dirty="0"/>
              <a:t>.</a:t>
            </a:r>
            <a:endParaRPr lang="en-IN" dirty="0"/>
          </a:p>
          <a:p>
            <a:r>
              <a:rPr lang="en-US" dirty="0"/>
              <a:t> </a:t>
            </a:r>
            <a:endParaRPr lang="en-IN" dirty="0"/>
          </a:p>
          <a:p>
            <a:r>
              <a:rPr lang="en-US" dirty="0"/>
              <a:t>[23] Matteo Musso, Anderson Souza Oliveira, </a:t>
            </a:r>
            <a:r>
              <a:rPr lang="en-US" dirty="0" err="1"/>
              <a:t>Shaoping</a:t>
            </a:r>
            <a:r>
              <a:rPr lang="en-US" dirty="0"/>
              <a:t> Bai, Influence of an upper limb exoskeleton on muscle activity during various construction and manufacturing tasks, Applied Ergonomics, Volume 114,</a:t>
            </a:r>
            <a:endParaRPr lang="en-IN" dirty="0"/>
          </a:p>
          <a:p>
            <a:r>
              <a:rPr lang="en-US" dirty="0"/>
              <a:t>2024, 104158, ISSN 0003-6870, </a:t>
            </a:r>
            <a:r>
              <a:rPr lang="en-US" u="sng" dirty="0">
                <a:hlinkClick r:id="rId6"/>
              </a:rPr>
              <a:t>https://doi.org/10.1016/j.apergo.2023.104158</a:t>
            </a:r>
            <a:r>
              <a:rPr lang="en-US" dirty="0"/>
              <a:t>.</a:t>
            </a:r>
            <a:endParaRPr lang="en-IN" dirty="0"/>
          </a:p>
          <a:p>
            <a:r>
              <a:rPr lang="en-US" dirty="0"/>
              <a:t> </a:t>
            </a:r>
            <a:endParaRPr lang="en-IN" dirty="0"/>
          </a:p>
          <a:p>
            <a:r>
              <a:rPr lang="en-US" dirty="0"/>
              <a:t>[24] Chen, Y., Li, S., Kuang, J., Zhang, X., Zhou, Z., Li, E.-J., Chen, X., &amp; Meng, X. (2026). Biomechanical monitoring of exercise fatigue using wearable devices: A review. </a:t>
            </a:r>
            <a:r>
              <a:rPr lang="en-US" i="1" dirty="0"/>
              <a:t>Bioengineering, 13</a:t>
            </a:r>
            <a:r>
              <a:rPr lang="en-US" dirty="0"/>
              <a:t>(1), 13. </a:t>
            </a:r>
            <a:r>
              <a:rPr lang="en-US" u="sng" dirty="0">
                <a:hlinkClick r:id="rId7"/>
              </a:rPr>
              <a:t>https://doi.org/10.3390/bioengineering13010013</a:t>
            </a:r>
            <a:endParaRPr lang="en-IN" dirty="0"/>
          </a:p>
          <a:p>
            <a:r>
              <a:rPr lang="en-US" dirty="0"/>
              <a:t> </a:t>
            </a:r>
            <a:endParaRPr lang="en-IN" dirty="0"/>
          </a:p>
          <a:p>
            <a:r>
              <a:rPr lang="en-US" dirty="0"/>
              <a:t>[25] Hooman </a:t>
            </a:r>
            <a:r>
              <a:rPr lang="en-US" dirty="0" err="1"/>
              <a:t>Sarvghadi</a:t>
            </a:r>
            <a:r>
              <a:rPr lang="en-US" dirty="0"/>
              <a:t>, Andreas Reinhardt, Esther A. Semmelhack, A survey of wearable devices to capture human factors for human-robot collaboration, Pervasive and Mobile Computing, Volume 110,</a:t>
            </a:r>
            <a:endParaRPr lang="en-IN" dirty="0"/>
          </a:p>
          <a:p>
            <a:r>
              <a:rPr lang="en-US" dirty="0"/>
              <a:t>2025, 102048, ISSN 1574-1192, </a:t>
            </a:r>
            <a:r>
              <a:rPr lang="en-US" u="sng" dirty="0">
                <a:hlinkClick r:id="rId8"/>
              </a:rPr>
              <a:t>https://doi.org/10.1016/j.pmcj.2025.102048</a:t>
            </a:r>
            <a:r>
              <a:rPr lang="en-US" dirty="0"/>
              <a:t>.</a:t>
            </a:r>
            <a:endParaRPr lang="en-IN" dirty="0"/>
          </a:p>
          <a:p>
            <a:r>
              <a:rPr lang="en-US" dirty="0"/>
              <a:t> </a:t>
            </a:r>
            <a:endParaRPr lang="en-IN" dirty="0"/>
          </a:p>
          <a:p>
            <a:r>
              <a:rPr lang="en-US" dirty="0"/>
              <a:t>[26] Oluwaseun Kayode Ajayi, </a:t>
            </a:r>
            <a:r>
              <a:rPr lang="en-US" dirty="0" err="1"/>
              <a:t>Shengzhi</a:t>
            </a:r>
            <a:r>
              <a:rPr lang="en-US" dirty="0"/>
              <a:t> Du, Syeda Nadiah Fatima </a:t>
            </a:r>
            <a:r>
              <a:rPr lang="en-US" dirty="0" err="1"/>
              <a:t>Nahri</a:t>
            </a:r>
            <a:r>
              <a:rPr lang="en-US" dirty="0"/>
              <a:t>, A review of haptic technologies for hardware-in-the-loop development, Sensors and Actuators Reports, Volume 9, 2025, 100331, ISSN 2666-0539, </a:t>
            </a:r>
            <a:r>
              <a:rPr lang="en-US" u="sng" dirty="0">
                <a:hlinkClick r:id="rId9"/>
              </a:rPr>
              <a:t>https://doi.org/10.1016/j.snr.2025.100331</a:t>
            </a:r>
            <a:r>
              <a:rPr lang="en-US" dirty="0"/>
              <a:t>.</a:t>
            </a:r>
            <a:endParaRPr lang="en-IN" dirty="0"/>
          </a:p>
          <a:p>
            <a:r>
              <a:rPr lang="en-US" dirty="0"/>
              <a:t> </a:t>
            </a:r>
            <a:endParaRPr lang="en-IN" dirty="0"/>
          </a:p>
          <a:p>
            <a:r>
              <a:rPr lang="en-US" dirty="0"/>
              <a:t>[27] Yi Tang, </a:t>
            </a:r>
            <a:r>
              <a:rPr lang="en-US" dirty="0" err="1"/>
              <a:t>Jialu</a:t>
            </a:r>
            <a:r>
              <a:rPr lang="en-US" dirty="0"/>
              <a:t> Xu, </a:t>
            </a:r>
            <a:r>
              <a:rPr lang="en-US" dirty="0" err="1"/>
              <a:t>Qiutong</a:t>
            </a:r>
            <a:r>
              <a:rPr lang="en-US" dirty="0"/>
              <a:t> Liu, Xiaodan Hu, Wenhao Xue, </a:t>
            </a:r>
            <a:r>
              <a:rPr lang="en-US" dirty="0" err="1"/>
              <a:t>Zhirui</a:t>
            </a:r>
            <a:r>
              <a:rPr lang="en-US" dirty="0"/>
              <a:t> Liu, Ziyi Lin, </a:t>
            </a:r>
            <a:r>
              <a:rPr lang="en-US" dirty="0" err="1"/>
              <a:t>Hancong</a:t>
            </a:r>
            <a:r>
              <a:rPr lang="en-US" dirty="0"/>
              <a:t> Lin, Yili Zhang, Zhuang Zhang, </a:t>
            </a:r>
            <a:r>
              <a:rPr lang="en-US" dirty="0" err="1"/>
              <a:t>Xuezhi</a:t>
            </a:r>
            <a:r>
              <a:rPr lang="en-US" dirty="0"/>
              <a:t> Ma, Jing Wang, </a:t>
            </a:r>
            <a:r>
              <a:rPr lang="en-US" dirty="0" err="1"/>
              <a:t>Junwen</a:t>
            </a:r>
            <a:r>
              <a:rPr lang="en-US" dirty="0"/>
              <a:t> Zhong, </a:t>
            </a:r>
            <a:r>
              <a:rPr lang="en-US" dirty="0" err="1"/>
              <a:t>Dangxiao</a:t>
            </a:r>
            <a:r>
              <a:rPr lang="en-US" dirty="0"/>
              <a:t> Wang, </a:t>
            </a:r>
            <a:r>
              <a:rPr lang="en-US" dirty="0" err="1"/>
              <a:t>Hanqing</a:t>
            </a:r>
            <a:r>
              <a:rPr lang="en-US" dirty="0"/>
              <a:t> Jiang, Yuan Ma,</a:t>
            </a:r>
            <a:endParaRPr lang="en-IN" dirty="0"/>
          </a:p>
          <a:p>
            <a:r>
              <a:rPr lang="en-US" dirty="0"/>
              <a:t>Advancing haptic interfaces for immersive experiences in the metaverse, Device, Volume 2, Issue 6,</a:t>
            </a:r>
            <a:endParaRPr lang="en-IN" dirty="0"/>
          </a:p>
          <a:p>
            <a:r>
              <a:rPr lang="en-US" dirty="0"/>
              <a:t>2024, 100365, ISSN 2666-9986, </a:t>
            </a:r>
            <a:r>
              <a:rPr lang="en-US" u="sng" dirty="0">
                <a:hlinkClick r:id="rId10"/>
              </a:rPr>
              <a:t>https://doi.org/10.1016/j.device.2024.100365</a:t>
            </a:r>
            <a:r>
              <a:rPr lang="en-US" dirty="0"/>
              <a:t>.</a:t>
            </a:r>
            <a:endParaRPr lang="en-IN" dirty="0"/>
          </a:p>
          <a:p>
            <a:r>
              <a:rPr lang="en-US" dirty="0"/>
              <a:t> </a:t>
            </a:r>
            <a:endParaRPr lang="en-IN" dirty="0"/>
          </a:p>
          <a:p>
            <a:r>
              <a:rPr lang="en-US" dirty="0"/>
              <a:t>[28] Mitar Simić, Goran M. Stojanović, Wearable device for personalized EMG feedback-based treatments, Results in Engineering, Volume 23, 2024, 102472, ISSN 2590-1230, </a:t>
            </a:r>
            <a:r>
              <a:rPr lang="en-US" u="sng" dirty="0">
                <a:hlinkClick r:id="rId11"/>
              </a:rPr>
              <a:t>https://doi.org/10.1016/j.rineng.2024.102472</a:t>
            </a:r>
            <a:r>
              <a:rPr lang="en-US" dirty="0"/>
              <a:t>.</a:t>
            </a:r>
            <a:endParaRPr lang="en-IN" dirty="0"/>
          </a:p>
          <a:p>
            <a:r>
              <a:rPr lang="en-US" dirty="0"/>
              <a:t> </a:t>
            </a:r>
            <a:endParaRPr lang="en-IN" dirty="0"/>
          </a:p>
          <a:p>
            <a:r>
              <a:rPr lang="en-US" dirty="0"/>
              <a:t>[29] </a:t>
            </a:r>
            <a:r>
              <a:rPr lang="en-US" dirty="0" err="1"/>
              <a:t>Qihan</a:t>
            </a:r>
            <a:r>
              <a:rPr lang="en-US" dirty="0"/>
              <a:t> Jiang, Maxwell Fordjour Antwi-Afari, Sina Fadaie, Hao-Yang Mi, Shahnawaz Anwer, Jie Liu,</a:t>
            </a:r>
            <a:endParaRPr lang="en-IN" dirty="0"/>
          </a:p>
          <a:p>
            <a:r>
              <a:rPr lang="en-US" dirty="0"/>
              <a:t>Self-powered wearable Internet of Things sensors for human-machine interfaces: A systematic literature review and science mapping analysis, Nano Energy, Volume 131, Part A, 2024, 110252, ISSN 2211-2855, </a:t>
            </a:r>
            <a:r>
              <a:rPr lang="en-US" u="sng" dirty="0">
                <a:hlinkClick r:id="rId12"/>
              </a:rPr>
              <a:t>https://doi.org/10.1016/j.nanoen.2024.110252</a:t>
            </a:r>
            <a:r>
              <a:rPr lang="en-US" dirty="0"/>
              <a:t>.</a:t>
            </a:r>
            <a:endParaRPr lang="en-IN" dirty="0"/>
          </a:p>
          <a:p>
            <a:r>
              <a:rPr lang="en-US" dirty="0"/>
              <a:t> </a:t>
            </a:r>
            <a:endParaRPr lang="en-IN" dirty="0"/>
          </a:p>
          <a:p>
            <a:r>
              <a:rPr lang="en-US" dirty="0"/>
              <a:t>[30] </a:t>
            </a:r>
            <a:r>
              <a:rPr lang="en-US" dirty="0" err="1"/>
              <a:t>Bazeer</a:t>
            </a:r>
            <a:r>
              <a:rPr lang="en-US" dirty="0"/>
              <a:t> Ahamed, Suseela Sellamuthu, </a:t>
            </a:r>
            <a:r>
              <a:rPr lang="en-US" dirty="0" err="1"/>
              <a:t>Purushotam</a:t>
            </a:r>
            <a:r>
              <a:rPr lang="en-US" dirty="0"/>
              <a:t> Naidu Karri, </a:t>
            </a:r>
            <a:r>
              <a:rPr lang="en-US" dirty="0" err="1"/>
              <a:t>Inumarthi</a:t>
            </a:r>
            <a:r>
              <a:rPr lang="en-US" dirty="0"/>
              <a:t> V. Srinivas, A.N. Mohammed </a:t>
            </a:r>
            <a:r>
              <a:rPr lang="en-US" dirty="0" err="1"/>
              <a:t>Zabeeulla</a:t>
            </a:r>
            <a:r>
              <a:rPr lang="en-US" dirty="0"/>
              <a:t>, M. Ashok Kumar, Design of an energy-efficient IOT device-assisted wearable sensor platform for healthcare data management, Measurement: Sensors, Volume 30, 2023, 100928, ISSN 2665-9174, </a:t>
            </a:r>
            <a:r>
              <a:rPr lang="en-US" u="sng" dirty="0">
                <a:hlinkClick r:id="rId13"/>
              </a:rPr>
              <a:t>https://doi.org/10.1016/j.measen.2023.100928</a:t>
            </a:r>
            <a:r>
              <a:rPr lang="en-US" dirty="0"/>
              <a:t>.</a:t>
            </a:r>
            <a:endParaRPr lang="en-IN" dirty="0"/>
          </a:p>
          <a:p>
            <a:r>
              <a:rPr lang="en-US" dirty="0"/>
              <a:t> </a:t>
            </a:r>
            <a:endParaRPr lang="en-IN" dirty="0"/>
          </a:p>
          <a:p>
            <a:r>
              <a:rPr lang="en-US" dirty="0"/>
              <a:t> </a:t>
            </a:r>
            <a:endParaRPr lang="en-IN" dirty="0"/>
          </a:p>
          <a:p>
            <a:endParaRPr lang="en-US" sz="2400" dirty="0"/>
          </a:p>
        </p:txBody>
      </p:sp>
    </p:spTree>
    <p:extLst>
      <p:ext uri="{BB962C8B-B14F-4D97-AF65-F5344CB8AC3E}">
        <p14:creationId xmlns:p14="http://schemas.microsoft.com/office/powerpoint/2010/main" val="100075703"/>
      </p:ext>
    </p:extLst>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605</TotalTime>
  <Words>3322</Words>
  <Application>Microsoft Office PowerPoint</Application>
  <PresentationFormat>A3 Paper (297x420 mm)</PresentationFormat>
  <Paragraphs>178</Paragraphs>
  <Slides>16</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Cambria Math</vt:lpstr>
      <vt:lpstr>Wingdings</vt:lpstr>
      <vt:lpstr>Arial</vt:lpstr>
      <vt:lpstr>Times New Roman</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Swanger, Scott A</dc:creator>
  <cp:lastModifiedBy>DHANYA S</cp:lastModifiedBy>
  <cp:revision>32</cp:revision>
  <dcterms:created xsi:type="dcterms:W3CDTF">2019-03-04T22:30:53Z</dcterms:created>
  <dcterms:modified xsi:type="dcterms:W3CDTF">2026-04-01T05:53:57Z</dcterms:modified>
</cp:coreProperties>
</file>